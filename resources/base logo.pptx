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93" r:id="rId2"/>
    <p:sldId id="300" r:id="rId3"/>
    <p:sldId id="299" r:id="rId4"/>
    <p:sldId id="294" r:id="rId5"/>
    <p:sldId id="298" r:id="rId6"/>
    <p:sldId id="297" r:id="rId7"/>
    <p:sldId id="296" r:id="rId8"/>
    <p:sldId id="295" r:id="rId9"/>
    <p:sldId id="291" r:id="rId10"/>
    <p:sldId id="286" r:id="rId11"/>
    <p:sldId id="288" r:id="rId12"/>
    <p:sldId id="289" r:id="rId13"/>
    <p:sldId id="287" r:id="rId14"/>
    <p:sldId id="278" r:id="rId15"/>
    <p:sldId id="285" r:id="rId16"/>
    <p:sldId id="281" r:id="rId17"/>
    <p:sldId id="283" r:id="rId18"/>
    <p:sldId id="284" r:id="rId19"/>
    <p:sldId id="280" r:id="rId20"/>
  </p:sldIdLst>
  <p:sldSz cx="12192000" cy="6858000"/>
  <p:notesSz cx="6858000" cy="9144000"/>
  <p:defaultTextStyle>
    <a:defPPr>
      <a:defRPr lang="en-150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pos="619" userDrawn="1">
          <p15:clr>
            <a:srgbClr val="A4A3A4"/>
          </p15:clr>
        </p15:guide>
        <p15:guide id="7" orient="horz" pos="2296" userDrawn="1">
          <p15:clr>
            <a:srgbClr val="A4A3A4"/>
          </p15:clr>
        </p15:guide>
        <p15:guide id="8" pos="6743" userDrawn="1">
          <p15:clr>
            <a:srgbClr val="A4A3A4"/>
          </p15:clr>
        </p15:guide>
        <p15:guide id="9" pos="3681" userDrawn="1">
          <p15:clr>
            <a:srgbClr val="A4A3A4"/>
          </p15:clr>
        </p15:guide>
        <p15:guide id="10" orient="horz" pos="2500" userDrawn="1">
          <p15:clr>
            <a:srgbClr val="A4A3A4"/>
          </p15:clr>
        </p15:guide>
        <p15:guide id="11" orient="horz" pos="2659" userDrawn="1">
          <p15:clr>
            <a:srgbClr val="A4A3A4"/>
          </p15:clr>
        </p15:guide>
        <p15:guide id="12" orient="horz" pos="3612" userDrawn="1">
          <p15:clr>
            <a:srgbClr val="A4A3A4"/>
          </p15:clr>
        </p15:guide>
        <p15:guide id="13" orient="horz" pos="345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79C7"/>
    <a:srgbClr val="C0392B"/>
    <a:srgbClr val="5C946E"/>
    <a:srgbClr val="CCAA00"/>
    <a:srgbClr val="FFD700"/>
    <a:srgbClr val="B768A2"/>
    <a:srgbClr val="E04F39"/>
    <a:srgbClr val="008080"/>
    <a:srgbClr val="000000"/>
    <a:srgbClr val="4A4A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67" d="100"/>
          <a:sy n="67" d="100"/>
        </p:scale>
        <p:origin x="572" y="44"/>
      </p:cViewPr>
      <p:guideLst>
        <p:guide pos="619"/>
        <p:guide orient="horz" pos="2296"/>
        <p:guide pos="6743"/>
        <p:guide pos="3681"/>
        <p:guide orient="horz" pos="2500"/>
        <p:guide orient="horz" pos="2659"/>
        <p:guide orient="horz" pos="3612"/>
        <p:guide orient="horz" pos="3453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0890D7-75A3-4AFD-AFCE-7BC66DB681C5}" type="datetimeFigureOut">
              <a:rPr lang="en-150" smtClean="0"/>
              <a:t>17/03/2025</a:t>
            </a:fld>
            <a:endParaRPr lang="en-15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15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36E6F-2982-4106-AD26-5669FCE18877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987160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1FC83-C0BF-D537-C368-9AEB312DEE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D66FA5-2649-593D-EF4B-108E1C170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3F7C01-A857-9F8D-13E0-0DDDEFEC1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17/03/2025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EDB16C-84BF-F3D0-35DE-43385B03D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D681C-E08C-AC05-AD72-0A4725F98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38591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B280C-4E5E-1E10-42B0-643F01FBA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9A15C-3CBF-01C1-4A02-E415EEECB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53672-E38E-04AD-79B8-18ABA5E5D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17/03/2025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B8D1C-241A-05B8-F1F6-7F1ED1FA8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671CA-EB57-AC60-B6C0-2AEE6B29F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0792293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1EA5F-B88B-ABC0-25A9-73E734E3D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530A0F-5197-3D72-FAC0-0997B0C20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0FA666-4814-6623-EB8D-A70D010E3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17/03/2025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A7625-E97B-040C-42B5-3CE6B2A73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950079-5D1B-8AD9-5EF5-85A8D436D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778158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F5C0B-6753-3BDC-8E0B-13D78D091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A3DFD-BFF3-BA71-0B46-B9F5D43490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6B556D-04D2-1610-E3B4-024929F3DC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E693B5-42FA-B87A-5DA1-7739EAE72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17/03/2025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A32EE-CA37-5DE5-BED5-595A1F8E7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86718-76D1-7762-8BA0-CBACA9913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83749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CAA9D-6F40-EF8D-84FE-FC3713B6B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539E1-060A-C367-9CF0-D30FB104B2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5D0125-D606-4116-7B63-F1C3FE918C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C444A4-D303-4207-16BF-8F377EA52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707EAD-9A27-49C0-4F65-B21E0B56C5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405F40-FC13-3C0D-4EED-7AA21DFB0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17/03/2025</a:t>
            </a:fld>
            <a:endParaRPr lang="en-15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9DB5DA-16EC-4130-A2D7-39BB292A2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209B5A-803C-43CA-86BD-C357BE9D9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155083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43713-025A-B8B2-DA12-80549380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AB2D1B-36A9-AD7F-69F5-51DA736A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17/03/2025</a:t>
            </a:fld>
            <a:endParaRPr lang="en-15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E2D27-F6C7-190A-50FE-4F566D2BC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B72F97-75CF-282B-2664-BBA99A102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179550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64B81A-175C-7D08-7425-945438851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17/03/2025</a:t>
            </a:fld>
            <a:endParaRPr lang="en-15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24178-7629-35D4-16A5-73DA382E8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6D021-2404-76C6-ABB1-F2641A079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693995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8DD73-5715-BAB5-41D2-2816F7E1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1D99E-C80F-8017-6243-4FC3D1A54D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FDBE8-66EE-7AFB-DFB2-385D32415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0E90B-4B75-3779-1C35-F472E6012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17/03/2025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121DF3-7A2D-228D-0CB3-FC9C5ADA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449F49-8A22-3F7F-E3B0-BAB5A6828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04037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E40FA-0B1C-5277-EBC5-C79C2DD55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08875D-1D6F-EE95-AF83-580A2B7328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409AC2-6265-4E06-83F9-68E27B6B9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AF505-C552-D55E-49CB-264A137B1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17/03/2025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40A790-A198-422C-A0ED-2BCC70871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D8F64C-9F2A-DC68-28DD-E9F04D770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976065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2D0D0-F418-9F4C-9C35-316983AC3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4F83A5-817F-9F16-4B53-306EECB52F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BF8CA-0F12-4F6F-2504-1ED89EC88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17/03/2025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110E0-35B3-2D70-9946-5606D78B2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075B2-413A-7EBE-2137-FAA6CED42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490551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F65788-7878-C6F7-AB13-AEBFE795B0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3F033F-56EB-30EF-76C2-E2860BE3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0128D-4EB9-45E4-477F-C1F417E5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17/03/2025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FC699-E0B4-972B-F144-F21B7AE47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0DF5B-8F79-CE69-81D5-A0079F11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019988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2FEB75-F892-BB69-E214-89092926B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76CD8-2DEB-0123-51B0-9B2424857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BD0AD-FA62-9372-635E-F27012010C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A7BB66-1ADB-47C6-8EE2-F72BFA79F05A}" type="datetimeFigureOut">
              <a:rPr lang="en-150" smtClean="0"/>
              <a:t>17/03/2025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96246-2F38-B95C-4D4E-5F59E4331F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F7A78B-CB45-74FE-5BB0-A6AA8844A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103406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150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emf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em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04611-22B7-C897-FE07-3BC9A8278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11CCDEF-8E46-CFF4-8380-6002CA5684C8}"/>
              </a:ext>
            </a:extLst>
          </p:cNvPr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D416BCF-2AB3-DE6D-7506-2400C457EE20}"/>
              </a:ext>
            </a:extLst>
          </p:cNvPr>
          <p:cNvGrpSpPr/>
          <p:nvPr/>
        </p:nvGrpSpPr>
        <p:grpSpPr>
          <a:xfrm>
            <a:off x="7180660" y="979840"/>
            <a:ext cx="4253087" cy="1538135"/>
            <a:chOff x="769938" y="598525"/>
            <a:chExt cx="4253087" cy="153813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83C051B-A39B-AC04-76B0-DC200FAC2D8B}"/>
                </a:ext>
              </a:extLst>
            </p:cNvPr>
            <p:cNvSpPr/>
            <p:nvPr/>
          </p:nvSpPr>
          <p:spPr>
            <a:xfrm>
              <a:off x="897224" y="897389"/>
              <a:ext cx="1223963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A100315-569F-0257-8A1C-6DABADA772E4}"/>
                </a:ext>
              </a:extLst>
            </p:cNvPr>
            <p:cNvSpPr/>
            <p:nvPr/>
          </p:nvSpPr>
          <p:spPr>
            <a:xfrm>
              <a:off x="2121187" y="747957"/>
              <a:ext cx="1368425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2F225EA-5826-AB82-F3AE-714C3CD68F5D}"/>
                </a:ext>
              </a:extLst>
            </p:cNvPr>
            <p:cNvSpPr txBox="1"/>
            <p:nvPr/>
          </p:nvSpPr>
          <p:spPr>
            <a:xfrm>
              <a:off x="769938" y="936331"/>
              <a:ext cx="4253087" cy="1200329"/>
            </a:xfrm>
            <a:prstGeom prst="rect">
              <a:avLst/>
            </a:prstGeom>
            <a:noFill/>
            <a:ln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txBody>
            <a:bodyPr wrap="none" rtlCol="0">
              <a:spAutoFit/>
              <a:sp3d extrusionH="38100">
                <a:bevelT w="38100" h="38100"/>
              </a:sp3d>
            </a:bodyPr>
            <a:lstStyle/>
            <a:p>
              <a:r>
                <a:rPr lang="en-US" sz="7200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latin typeface="Aafia" pitchFamily="50" charset="0"/>
                </a:rPr>
                <a:t>LaDe</a:t>
              </a:r>
              <a:r>
                <a:rPr lang="en-US" sz="7200" dirty="0">
                  <a:ln w="3175">
                    <a:noFill/>
                  </a:ln>
                  <a:solidFill>
                    <a:srgbClr val="FFD700"/>
                  </a:solidFill>
                  <a:latin typeface="Aafia" pitchFamily="50" charset="0"/>
                </a:rPr>
                <a:t>RR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C599F07-BDC7-721F-E751-2A5581B06BF2}"/>
                </a:ext>
              </a:extLst>
            </p:cNvPr>
            <p:cNvSpPr/>
            <p:nvPr/>
          </p:nvSpPr>
          <p:spPr>
            <a:xfrm>
              <a:off x="3489612" y="598525"/>
              <a:ext cx="1377950" cy="149432"/>
            </a:xfrm>
            <a:prstGeom prst="rect">
              <a:avLst/>
            </a:prstGeom>
            <a:solidFill>
              <a:srgbClr val="FFD700"/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8A048A-48E8-D6D9-F8A8-BEE09754E15D}"/>
              </a:ext>
            </a:extLst>
          </p:cNvPr>
          <p:cNvGrpSpPr/>
          <p:nvPr/>
        </p:nvGrpSpPr>
        <p:grpSpPr>
          <a:xfrm>
            <a:off x="7050429" y="3979137"/>
            <a:ext cx="4513548" cy="1899023"/>
            <a:chOff x="6986985" y="4577378"/>
            <a:chExt cx="4513548" cy="189902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C9BEBB0-38CE-D87B-EC11-A7D4C97117A0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E04F39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F6C70F4-6488-7838-A8CA-00C64A096D76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580EE8F-8E34-B509-218E-D2E41E28F073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AE613A8-B5F5-9A7F-21C2-2890613567F2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7CE115B-F27A-0CE4-ADE7-4562985FF4EF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6479D9-3859-8217-E411-E782A13B3169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4DD1C12-B83A-2B2A-725E-B57AEBCEC555}"/>
              </a:ext>
            </a:extLst>
          </p:cNvPr>
          <p:cNvGrpSpPr/>
          <p:nvPr/>
        </p:nvGrpSpPr>
        <p:grpSpPr>
          <a:xfrm>
            <a:off x="1022461" y="979840"/>
            <a:ext cx="4253087" cy="1538135"/>
            <a:chOff x="769938" y="598525"/>
            <a:chExt cx="4253087" cy="153813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9A0481C-BAB5-2A23-2F49-0F7093C6ABAB}"/>
                </a:ext>
              </a:extLst>
            </p:cNvPr>
            <p:cNvSpPr/>
            <p:nvPr/>
          </p:nvSpPr>
          <p:spPr>
            <a:xfrm>
              <a:off x="897224" y="897389"/>
              <a:ext cx="1223963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058F16E-1FFF-FD70-BCC2-3DFE5879AC64}"/>
                </a:ext>
              </a:extLst>
            </p:cNvPr>
            <p:cNvSpPr/>
            <p:nvPr/>
          </p:nvSpPr>
          <p:spPr>
            <a:xfrm>
              <a:off x="2121187" y="747957"/>
              <a:ext cx="1368425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876EE8A-2B87-C511-D1D6-A90175891D0B}"/>
                </a:ext>
              </a:extLst>
            </p:cNvPr>
            <p:cNvSpPr txBox="1"/>
            <p:nvPr/>
          </p:nvSpPr>
          <p:spPr>
            <a:xfrm>
              <a:off x="769938" y="936331"/>
              <a:ext cx="4253087" cy="1200329"/>
            </a:xfrm>
            <a:prstGeom prst="rect">
              <a:avLst/>
            </a:prstGeom>
            <a:noFill/>
            <a:ln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txBody>
            <a:bodyPr wrap="none" rtlCol="0">
              <a:spAutoFit/>
              <a:sp3d extrusionH="38100">
                <a:bevelT w="38100" h="38100"/>
              </a:sp3d>
            </a:bodyPr>
            <a:lstStyle/>
            <a:p>
              <a:r>
                <a:rPr lang="en-US" sz="7200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latin typeface="Aafia" pitchFamily="50" charset="0"/>
                </a:rPr>
                <a:t>LaDe</a:t>
              </a:r>
              <a:r>
                <a:rPr lang="en-US" sz="7200" dirty="0">
                  <a:ln w="3175">
                    <a:noFill/>
                  </a:ln>
                  <a:solidFill>
                    <a:srgbClr val="FFD700"/>
                  </a:solidFill>
                  <a:latin typeface="Aafia" pitchFamily="50" charset="0"/>
                </a:rPr>
                <a:t>RR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4A4A341-8A54-CFE9-9D75-F81B6EBE6276}"/>
                </a:ext>
              </a:extLst>
            </p:cNvPr>
            <p:cNvSpPr/>
            <p:nvPr/>
          </p:nvSpPr>
          <p:spPr>
            <a:xfrm>
              <a:off x="3489612" y="598525"/>
              <a:ext cx="1377950" cy="149432"/>
            </a:xfrm>
            <a:prstGeom prst="rect">
              <a:avLst/>
            </a:prstGeom>
            <a:solidFill>
              <a:srgbClr val="FFD700"/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ED6DBD1-C1A8-9426-CA02-A9D83D535A23}"/>
              </a:ext>
            </a:extLst>
          </p:cNvPr>
          <p:cNvGrpSpPr/>
          <p:nvPr/>
        </p:nvGrpSpPr>
        <p:grpSpPr>
          <a:xfrm>
            <a:off x="892230" y="3979137"/>
            <a:ext cx="4513548" cy="1899023"/>
            <a:chOff x="6986985" y="4577378"/>
            <a:chExt cx="4513548" cy="1899023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56E3EE-8C19-9614-9B23-6257D21C876A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E04F39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18642102-AF4A-CD9D-73F3-F48DB794B67F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6157CCB-D29F-F329-EFB5-7C488FE0632E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15FD01F-7BA8-7928-9F97-239B0371F102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B0CAC89-9728-EB2C-7B68-45F727F23864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E8D6D9D-8D31-975E-4432-1BCBEA8CDDAE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2158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63D4-311A-8FCB-4551-5D6CD75C5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ard with black text and black text&#10;&#10;AI-generated content may be incorrect.">
            <a:extLst>
              <a:ext uri="{FF2B5EF4-FFF2-40B4-BE49-F238E27FC236}">
                <a16:creationId xmlns:a16="http://schemas.microsoft.com/office/drawing/2014/main" id="{76AD46C9-A154-250E-F0AD-149CD002132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utout/>
                    </a14:imgEffect>
                    <a14:imgEffect>
                      <a14:saturation sat="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C1F39CE-0DD6-2803-F707-7AD250D40F18}"/>
              </a:ext>
            </a:extLst>
          </p:cNvPr>
          <p:cNvSpPr/>
          <p:nvPr/>
        </p:nvSpPr>
        <p:spPr>
          <a:xfrm>
            <a:off x="914401" y="1333500"/>
            <a:ext cx="10191750" cy="421957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7ACE5D1-95F5-D17A-1BF9-5EC5946407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5244"/>
          <a:stretch/>
        </p:blipFill>
        <p:spPr>
          <a:xfrm>
            <a:off x="748798" y="1912568"/>
            <a:ext cx="10694403" cy="3032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601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2FA14-18E7-C0A6-F23A-D566B57D9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ard with black text and black text&#10;&#10;AI-generated content may be incorrect.">
            <a:extLst>
              <a:ext uri="{FF2B5EF4-FFF2-40B4-BE49-F238E27FC236}">
                <a16:creationId xmlns:a16="http://schemas.microsoft.com/office/drawing/2014/main" id="{812ACC6D-EB2E-7C53-39A4-D6D42974C73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utout/>
                    </a14:imgEffect>
                    <a14:imgEffect>
                      <a14:saturation sat="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76F0469-196B-8DED-C2E9-268A38DA89C1}"/>
              </a:ext>
            </a:extLst>
          </p:cNvPr>
          <p:cNvSpPr/>
          <p:nvPr/>
        </p:nvSpPr>
        <p:spPr>
          <a:xfrm>
            <a:off x="914401" y="1333500"/>
            <a:ext cx="10191750" cy="421957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B102F61-78F9-1514-F96D-55009544A4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553" r="10632" b="23942"/>
          <a:stretch/>
        </p:blipFill>
        <p:spPr>
          <a:xfrm>
            <a:off x="1000125" y="1135380"/>
            <a:ext cx="10191749" cy="4587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519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ard with black text and black text&#10;&#10;AI-generated content may be incorrect.">
            <a:extLst>
              <a:ext uri="{FF2B5EF4-FFF2-40B4-BE49-F238E27FC236}">
                <a16:creationId xmlns:a16="http://schemas.microsoft.com/office/drawing/2014/main" id="{1E7BEED1-CF56-A13F-35EB-36FFC9A5489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utout/>
                    </a14:imgEffect>
                    <a14:imgEffect>
                      <a14:saturation sat="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D03AB48-C6E9-BD43-4EEA-B2FD96D544E2}"/>
              </a:ext>
            </a:extLst>
          </p:cNvPr>
          <p:cNvSpPr/>
          <p:nvPr/>
        </p:nvSpPr>
        <p:spPr>
          <a:xfrm>
            <a:off x="914401" y="1333500"/>
            <a:ext cx="10191750" cy="421957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571E79-CA3F-5BC9-E30D-F0218A06C6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5244"/>
          <a:stretch/>
        </p:blipFill>
        <p:spPr>
          <a:xfrm>
            <a:off x="583196" y="715346"/>
            <a:ext cx="10694403" cy="303286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F656F9-1831-A6AC-55A5-4042225F3790}"/>
              </a:ext>
            </a:extLst>
          </p:cNvPr>
          <p:cNvSpPr txBox="1"/>
          <p:nvPr/>
        </p:nvSpPr>
        <p:spPr>
          <a:xfrm>
            <a:off x="631263" y="4082556"/>
            <a:ext cx="10424649" cy="1754326"/>
          </a:xfrm>
          <a:prstGeom prst="rect">
            <a:avLst/>
          </a:prstGeom>
          <a:noFill/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wrap="none" rtlCol="0">
            <a:spAutoFit/>
            <a:sp3d extrusionH="38100">
              <a:bevelT w="38100" h="38100"/>
            </a:sp3d>
          </a:bodyPr>
          <a:lstStyle/>
          <a:p>
            <a:pPr algn="ctr"/>
            <a:r>
              <a:rPr lang="en-US" sz="5200" dirty="0">
                <a:ln w="3175"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latin typeface="Aafia" pitchFamily="50" charset="0"/>
              </a:rPr>
              <a:t>Language for Describing</a:t>
            </a:r>
          </a:p>
          <a:p>
            <a:pPr algn="ctr"/>
            <a:r>
              <a:rPr lang="en-US" sz="5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Risk and Resilience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E65064B-C60E-E15B-9E56-820A567C7A9D}"/>
              </a:ext>
            </a:extLst>
          </p:cNvPr>
          <p:cNvCxnSpPr>
            <a:cxnSpLocks/>
          </p:cNvCxnSpPr>
          <p:nvPr/>
        </p:nvCxnSpPr>
        <p:spPr>
          <a:xfrm>
            <a:off x="1287353" y="3956432"/>
            <a:ext cx="9112469" cy="0"/>
          </a:xfrm>
          <a:prstGeom prst="line">
            <a:avLst/>
          </a:prstGeom>
          <a:ln w="76200" cap="rnd" cmpd="dbl">
            <a:solidFill>
              <a:srgbClr val="2B79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AD840B-110D-8217-EB18-65AA019F501C}"/>
              </a:ext>
            </a:extLst>
          </p:cNvPr>
          <p:cNvCxnSpPr>
            <a:cxnSpLocks/>
          </p:cNvCxnSpPr>
          <p:nvPr/>
        </p:nvCxnSpPr>
        <p:spPr>
          <a:xfrm>
            <a:off x="1287353" y="5775077"/>
            <a:ext cx="9112469" cy="0"/>
          </a:xfrm>
          <a:prstGeom prst="line">
            <a:avLst/>
          </a:prstGeom>
          <a:ln w="76200" cap="rnd" cmpd="dbl">
            <a:solidFill>
              <a:srgbClr val="2B79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093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DF0422-E242-414C-AC75-1BC480A3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555C9C5-9015-BE3E-9175-4AA255BAB7F3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54601CF-FC22-468B-2BA2-9F1409B006F7}"/>
              </a:ext>
            </a:extLst>
          </p:cNvPr>
          <p:cNvGrpSpPr/>
          <p:nvPr/>
        </p:nvGrpSpPr>
        <p:grpSpPr>
          <a:xfrm>
            <a:off x="6926632" y="4695891"/>
            <a:ext cx="4513548" cy="1899023"/>
            <a:chOff x="6986985" y="4577378"/>
            <a:chExt cx="4513548" cy="189902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47EEC03-B9F1-86EC-6248-0E624D549A64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B768A2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B502D40-8DE2-86E3-D762-03A96FB95139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7C08627-0A0F-61D2-0B11-A1381B0F57C1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F3BD4C-174A-26A1-9529-41B9B2BFCB26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E45AF6B-8CEE-7952-9BA9-129F5B637CC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CE497AF-6BD3-666B-F4A8-A6660BE82178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AA40191-0FD4-3835-AB35-697974A4F1EA}"/>
              </a:ext>
            </a:extLst>
          </p:cNvPr>
          <p:cNvGrpSpPr/>
          <p:nvPr/>
        </p:nvGrpSpPr>
        <p:grpSpPr>
          <a:xfrm>
            <a:off x="6926632" y="2500154"/>
            <a:ext cx="4513548" cy="1899023"/>
            <a:chOff x="6986985" y="4577378"/>
            <a:chExt cx="4513548" cy="1899023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80675D9-82DA-B390-FB50-F6C8B73285BA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5C946E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E5DA9AA-768E-89A9-C4D0-CB34DEBA10C0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7F75135-24E9-0BF3-A811-7B2740EB87EB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FD12898-451D-350D-CD40-14C8053238BB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578BE5A-8CCB-45C7-E339-C44BDC4DDA7E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83F5802-3D0F-551E-9BFC-0821CE1C42D1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BC6F37A-DE74-F278-4D34-335E9F074F26}"/>
              </a:ext>
            </a:extLst>
          </p:cNvPr>
          <p:cNvGrpSpPr/>
          <p:nvPr/>
        </p:nvGrpSpPr>
        <p:grpSpPr>
          <a:xfrm>
            <a:off x="6926632" y="304416"/>
            <a:ext cx="4513548" cy="1899023"/>
            <a:chOff x="6986985" y="4577378"/>
            <a:chExt cx="4513548" cy="1899023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EFF24BA-532E-DF35-CD95-CC42DAC8A118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E04F39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E99F900-01F2-87A1-4D48-9FFD17AC4003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4E34D1A-CFA8-00D3-08A3-CBB060D72B18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D9B31FF-1E56-980E-8136-C20C4491D0C8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8B4811D-D638-72FD-B34A-2078113FF2CE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5152D457-C42D-BAC6-14C5-BFF1E9321B8B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828BA5FD-88FA-1166-D458-2684A6D4FBF0}"/>
              </a:ext>
            </a:extLst>
          </p:cNvPr>
          <p:cNvGrpSpPr/>
          <p:nvPr/>
        </p:nvGrpSpPr>
        <p:grpSpPr>
          <a:xfrm>
            <a:off x="781416" y="4695891"/>
            <a:ext cx="4513548" cy="1899023"/>
            <a:chOff x="6986985" y="4577378"/>
            <a:chExt cx="4513548" cy="189902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6888A3C-AAC9-6F8B-A13E-E55416C89E4F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B768A2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F17711E-A3B7-4754-2381-7342F69151B4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B27939A-05E6-6E41-4947-E25931192412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8DA2E45-C961-CA34-9D19-5A3F8C99C26B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53C6D8-620C-FDBA-21FF-035D1A4E415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5D7F74B-FEFD-FD30-3E84-12BE6E6DE81F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0AB3F2E-BB2A-06EF-EF44-59628FDB8656}"/>
              </a:ext>
            </a:extLst>
          </p:cNvPr>
          <p:cNvGrpSpPr/>
          <p:nvPr/>
        </p:nvGrpSpPr>
        <p:grpSpPr>
          <a:xfrm>
            <a:off x="781416" y="2500154"/>
            <a:ext cx="4513548" cy="1899023"/>
            <a:chOff x="6986985" y="4577378"/>
            <a:chExt cx="4513548" cy="189902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0AB8EEF-A4A2-C32E-4BA7-520762A70DC3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5C946E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129FBF7-4F55-C402-2190-CAF22DC288E1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181E004-F8B1-C352-1E60-E1F28D995401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2A5C05E-0247-06DF-18D4-7350773A0365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8D9FD94-AA3E-3A24-E334-CC6CCEAAE9D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A973F47-4F6F-D173-5C25-50E46BD36107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0E5B4A0-C471-F578-A1D9-B5EC2E406231}"/>
              </a:ext>
            </a:extLst>
          </p:cNvPr>
          <p:cNvGrpSpPr/>
          <p:nvPr/>
        </p:nvGrpSpPr>
        <p:grpSpPr>
          <a:xfrm>
            <a:off x="781416" y="304416"/>
            <a:ext cx="4513548" cy="1899023"/>
            <a:chOff x="6986985" y="4577378"/>
            <a:chExt cx="4513548" cy="189902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23D1ADC-4C48-487C-1CF2-05729C762535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E04F39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DF8EE72-CDCE-A98F-20DB-4CC4BAF0E078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DE31B0D-0439-5A65-1D24-0F19D076FF20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590166F-2101-D6D1-FAB3-34905659FDB7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C7CABC5-9758-3CCD-2F14-0E1B9CBB7ED3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B6728FF-31DA-94DE-8255-66650451D14F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9035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635351-E78C-6129-93E0-8D178C0F8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4F99E4-6909-5FE9-9906-320950907E1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0C16A7-A3A6-B280-8C67-6B2D23A2C879}"/>
              </a:ext>
            </a:extLst>
          </p:cNvPr>
          <p:cNvGrpSpPr/>
          <p:nvPr/>
        </p:nvGrpSpPr>
        <p:grpSpPr>
          <a:xfrm>
            <a:off x="6926632" y="4695891"/>
            <a:ext cx="4513548" cy="1899023"/>
            <a:chOff x="6986985" y="4577378"/>
            <a:chExt cx="4513548" cy="189902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C7683E5-3813-BD24-3414-D36F94BB65FC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008080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3C468FF-D62C-8067-4065-F3DD00F5F4B3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6E52684-8DE7-DA53-B251-F17C819A2965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A0AD76C-12EF-7077-8E8C-9BD37BBCD65B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97A20E6-BF75-FF2A-ED2A-F241176B392C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328A1399-B412-BCCA-FB2B-5018BA9F0929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2C13E6-2895-629F-FC55-470BB1AD8236}"/>
              </a:ext>
            </a:extLst>
          </p:cNvPr>
          <p:cNvGrpSpPr/>
          <p:nvPr/>
        </p:nvGrpSpPr>
        <p:grpSpPr>
          <a:xfrm>
            <a:off x="6926632" y="2500154"/>
            <a:ext cx="4513548" cy="1899023"/>
            <a:chOff x="6986985" y="4577378"/>
            <a:chExt cx="4513548" cy="1899023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27C93FE-E299-CD38-1EFF-9F1C213FDDB6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C0392B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70F7326-5ECC-C503-741C-03636DFC5E69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3E7FD8F-80EE-3F62-8711-6F69404FC2E7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90932E-2DB5-68B8-4449-49F455A247E0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79E42A2-C04C-F093-EFA1-B6FBA6D7959D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D995924-A3DE-8A5D-80B4-0EEB3BA133A9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2C4355-3640-4CC6-19C5-C17823F65D8D}"/>
              </a:ext>
            </a:extLst>
          </p:cNvPr>
          <p:cNvGrpSpPr/>
          <p:nvPr/>
        </p:nvGrpSpPr>
        <p:grpSpPr>
          <a:xfrm>
            <a:off x="6926632" y="304416"/>
            <a:ext cx="4513548" cy="1899023"/>
            <a:chOff x="6986985" y="4577378"/>
            <a:chExt cx="4513548" cy="1899023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76913A1-65F8-AFD6-E161-72C436EE350E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4A4A4A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4CB1A1F2-1907-206C-61E9-E6A3B75F78DD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D18A72C-B8BD-C71F-E187-7D04F724EE50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64310A21-199A-3FEA-A9F7-D3C71B8762A8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52801D7-72B0-2EFB-AA18-69DB47D8EC62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0104207-91C5-93DD-6847-E5B4F05BD4BA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C072372-9799-CA1C-F50D-8CEAC18FA525}"/>
              </a:ext>
            </a:extLst>
          </p:cNvPr>
          <p:cNvGrpSpPr/>
          <p:nvPr/>
        </p:nvGrpSpPr>
        <p:grpSpPr>
          <a:xfrm>
            <a:off x="776597" y="4695891"/>
            <a:ext cx="4513548" cy="1899023"/>
            <a:chOff x="6986985" y="4577378"/>
            <a:chExt cx="4513548" cy="1899023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1A6011C-F4C8-1782-74A2-AC509326F697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008080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0B3EF4B8-3B8D-4412-0141-073947779AD1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AB65660-E09B-A013-C720-7D63D779137E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9114469-FD74-551A-A185-4FB90AE07CF8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6DFCB44-8E4B-8A7E-476F-70A9A8B7DC23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ACCBE89-E20F-7ECC-0817-6D772F89A035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C4E17BF-2499-D9E0-E217-68F388C1BFEC}"/>
              </a:ext>
            </a:extLst>
          </p:cNvPr>
          <p:cNvGrpSpPr/>
          <p:nvPr/>
        </p:nvGrpSpPr>
        <p:grpSpPr>
          <a:xfrm>
            <a:off x="776597" y="2500154"/>
            <a:ext cx="4513548" cy="1899023"/>
            <a:chOff x="6986985" y="4577378"/>
            <a:chExt cx="4513548" cy="1899023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796324A-44B0-641A-7D3E-B5D2C087D62F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C0392B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2A04077E-2AB6-0BBA-045D-4531716C45C0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1A66619E-6953-CED8-7E19-8E7E78F03BB6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6710B13-527E-2C52-5F2A-2C06D08828D4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ED01276-34F3-7A96-D91B-1982DD82677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7F37D255-2F49-E04B-1CE6-89000ECEEAD5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611541A-94C7-4299-B113-F0DCF44BEBFA}"/>
              </a:ext>
            </a:extLst>
          </p:cNvPr>
          <p:cNvGrpSpPr/>
          <p:nvPr/>
        </p:nvGrpSpPr>
        <p:grpSpPr>
          <a:xfrm>
            <a:off x="776597" y="304416"/>
            <a:ext cx="4513548" cy="1899023"/>
            <a:chOff x="6986985" y="4577378"/>
            <a:chExt cx="4513548" cy="1899023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B75FE23-7F00-1092-3015-B8BA56BF4E81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4A4A4A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334AD68D-AA8B-9F0D-E212-6D976BDF30F4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683993B0-01FA-4AF9-3B82-B03BBEC65F9E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F9C3717-90DC-1E74-C90A-016B1A1184F9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D40CD1E-1FAB-E7BC-D581-CD7697555FA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F7A1CFD-0A9C-1765-2C41-8BA0C70F5546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5842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43591FC-3D57-91F7-09C6-96047E458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1A46A82-9845-FC30-D1C7-DFF186F8F698}"/>
              </a:ext>
            </a:extLst>
          </p:cNvPr>
          <p:cNvSpPr/>
          <p:nvPr/>
        </p:nvSpPr>
        <p:spPr>
          <a:xfrm>
            <a:off x="281781" y="2505544"/>
            <a:ext cx="5457825" cy="412432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527D7-E8DD-5F42-D08E-BE968522E583}"/>
              </a:ext>
            </a:extLst>
          </p:cNvPr>
          <p:cNvSpPr/>
          <p:nvPr/>
        </p:nvSpPr>
        <p:spPr>
          <a:xfrm>
            <a:off x="6734175" y="2816191"/>
            <a:ext cx="1223963" cy="149432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13E7D7-2762-D819-B28F-0CFD723ABC46}"/>
              </a:ext>
            </a:extLst>
          </p:cNvPr>
          <p:cNvSpPr/>
          <p:nvPr/>
        </p:nvSpPr>
        <p:spPr>
          <a:xfrm>
            <a:off x="7958138" y="2659139"/>
            <a:ext cx="1368425" cy="149432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FD63C7F-A8D1-F991-8F31-7744DC3BC41C}"/>
              </a:ext>
            </a:extLst>
          </p:cNvPr>
          <p:cNvSpPr/>
          <p:nvPr/>
        </p:nvSpPr>
        <p:spPr>
          <a:xfrm>
            <a:off x="9326564" y="2502087"/>
            <a:ext cx="1377950" cy="149432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F48B1B-DD59-3B3C-9689-E8EBCF2C470F}"/>
              </a:ext>
            </a:extLst>
          </p:cNvPr>
          <p:cNvSpPr txBox="1"/>
          <p:nvPr/>
        </p:nvSpPr>
        <p:spPr>
          <a:xfrm>
            <a:off x="6606889" y="2855133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/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A7EABA-0082-B9A8-E837-F7B06ACDDB32}"/>
              </a:ext>
            </a:extLst>
          </p:cNvPr>
          <p:cNvSpPr txBox="1"/>
          <p:nvPr/>
        </p:nvSpPr>
        <p:spPr>
          <a:xfrm>
            <a:off x="6713538" y="3578479"/>
            <a:ext cx="4411662" cy="830997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wrap="square" lIns="0" tIns="0" rIns="0" bIns="0" rtlCol="0">
            <a:spAutoFit/>
          </a:bodyPr>
          <a:lstStyle/>
          <a:p>
            <a:pPr algn="just"/>
            <a:r>
              <a:rPr lang="en-US" sz="5400" b="1" spc="780" dirty="0">
                <a:solidFill>
                  <a:srgbClr val="97258F"/>
                </a:solidFill>
                <a:latin typeface="Engravers MT" panose="02090707080505020304" pitchFamily="18" charset="0"/>
              </a:rPr>
              <a:t>Engine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104F80E-F7C9-072E-2402-76128B637237}"/>
              </a:ext>
            </a:extLst>
          </p:cNvPr>
          <p:cNvGrpSpPr/>
          <p:nvPr/>
        </p:nvGrpSpPr>
        <p:grpSpPr>
          <a:xfrm>
            <a:off x="769938" y="598525"/>
            <a:ext cx="4253087" cy="1538135"/>
            <a:chOff x="769938" y="598525"/>
            <a:chExt cx="4253087" cy="153813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5FB2B3-2667-78BC-8A42-D70D6B7BEBB2}"/>
                </a:ext>
              </a:extLst>
            </p:cNvPr>
            <p:cNvSpPr/>
            <p:nvPr/>
          </p:nvSpPr>
          <p:spPr>
            <a:xfrm>
              <a:off x="897224" y="897389"/>
              <a:ext cx="1223963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50A6EDA-51DF-127A-864E-5C51051469A8}"/>
                </a:ext>
              </a:extLst>
            </p:cNvPr>
            <p:cNvSpPr/>
            <p:nvPr/>
          </p:nvSpPr>
          <p:spPr>
            <a:xfrm>
              <a:off x="2121187" y="747957"/>
              <a:ext cx="1368425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68171CD-13AC-294C-775E-C271379FFE46}"/>
                </a:ext>
              </a:extLst>
            </p:cNvPr>
            <p:cNvSpPr txBox="1"/>
            <p:nvPr/>
          </p:nvSpPr>
          <p:spPr>
            <a:xfrm>
              <a:off x="769938" y="936331"/>
              <a:ext cx="4253087" cy="1200329"/>
            </a:xfrm>
            <a:prstGeom prst="rect">
              <a:avLst/>
            </a:prstGeom>
            <a:noFill/>
            <a:ln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txBody>
            <a:bodyPr wrap="none" rtlCol="0">
              <a:spAutoFit/>
              <a:sp3d extrusionH="38100">
                <a:bevelT w="38100" h="38100"/>
              </a:sp3d>
            </a:bodyPr>
            <a:lstStyle/>
            <a:p>
              <a:r>
                <a:rPr lang="en-US" sz="7200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latin typeface="Aafia" pitchFamily="50" charset="0"/>
                </a:rPr>
                <a:t>LaDe</a:t>
              </a:r>
              <a:r>
                <a:rPr lang="en-US" sz="7200" dirty="0">
                  <a:ln w="3175">
                    <a:noFill/>
                  </a:ln>
                  <a:solidFill>
                    <a:srgbClr val="FFD700"/>
                  </a:solidFill>
                  <a:latin typeface="Aafia" pitchFamily="50" charset="0"/>
                </a:rPr>
                <a:t>RR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E7E8974-D937-3DBD-ED10-A5C936AF6930}"/>
                </a:ext>
              </a:extLst>
            </p:cNvPr>
            <p:cNvSpPr/>
            <p:nvPr/>
          </p:nvSpPr>
          <p:spPr>
            <a:xfrm>
              <a:off x="3489612" y="598525"/>
              <a:ext cx="1377950" cy="149432"/>
            </a:xfrm>
            <a:prstGeom prst="rect">
              <a:avLst/>
            </a:prstGeom>
            <a:solidFill>
              <a:srgbClr val="FFD700"/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5A805B1-4904-A4EE-61BA-0CD1F1D7F07B}"/>
              </a:ext>
            </a:extLst>
          </p:cNvPr>
          <p:cNvSpPr/>
          <p:nvPr/>
        </p:nvSpPr>
        <p:spPr>
          <a:xfrm>
            <a:off x="6840824" y="5390598"/>
            <a:ext cx="1223963" cy="149432"/>
          </a:xfrm>
          <a:prstGeom prst="rect">
            <a:avLst/>
          </a:prstGeom>
          <a:solidFill>
            <a:srgbClr val="20257A"/>
          </a:solidFill>
          <a:ln w="3175"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ln w="3175">
                <a:solidFill>
                  <a:schemeClr val="bg1">
                    <a:lumMod val="95000"/>
                  </a:schemeClr>
                </a:solidFill>
              </a:ln>
              <a:solidFill>
                <a:srgbClr val="1A1F7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AEA27-E3BD-63E7-249D-33A3B52E560C}"/>
              </a:ext>
            </a:extLst>
          </p:cNvPr>
          <p:cNvSpPr/>
          <p:nvPr/>
        </p:nvSpPr>
        <p:spPr>
          <a:xfrm>
            <a:off x="8064787" y="5241166"/>
            <a:ext cx="1368425" cy="149432"/>
          </a:xfrm>
          <a:prstGeom prst="rect">
            <a:avLst/>
          </a:prstGeom>
          <a:solidFill>
            <a:srgbClr val="20257A"/>
          </a:solidFill>
          <a:ln w="3175"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ln w="3175">
                <a:solidFill>
                  <a:schemeClr val="bg1">
                    <a:lumMod val="95000"/>
                  </a:schemeClr>
                </a:solidFill>
              </a:ln>
              <a:solidFill>
                <a:srgbClr val="1A1F7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45774A-B302-4A0E-9171-FE0F941C319E}"/>
              </a:ext>
            </a:extLst>
          </p:cNvPr>
          <p:cNvSpPr txBox="1"/>
          <p:nvPr/>
        </p:nvSpPr>
        <p:spPr>
          <a:xfrm>
            <a:off x="6713538" y="5429540"/>
            <a:ext cx="4253087" cy="1200329"/>
          </a:xfrm>
          <a:prstGeom prst="rect">
            <a:avLst/>
          </a:prstGeom>
          <a:noFill/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wrap="none" rtlCol="0">
            <a:spAutoFit/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0257A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B506D2-D3FE-1934-6B56-E1284D2F43FC}"/>
              </a:ext>
            </a:extLst>
          </p:cNvPr>
          <p:cNvSpPr/>
          <p:nvPr/>
        </p:nvSpPr>
        <p:spPr>
          <a:xfrm>
            <a:off x="9433212" y="5091734"/>
            <a:ext cx="1377950" cy="149432"/>
          </a:xfrm>
          <a:prstGeom prst="rect">
            <a:avLst/>
          </a:prstGeom>
          <a:solidFill>
            <a:srgbClr val="FFD700"/>
          </a:solidFill>
          <a:ln w="3175"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ln w="3175">
                <a:solidFill>
                  <a:schemeClr val="bg1">
                    <a:lumMod val="95000"/>
                  </a:schemeClr>
                </a:solidFill>
              </a:ln>
              <a:solidFill>
                <a:srgbClr val="1A1F7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58361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158346A-097A-3811-260B-F46ECE281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ard with black text and black text&#10;&#10;AI-generated content may be incorrect.">
            <a:extLst>
              <a:ext uri="{FF2B5EF4-FFF2-40B4-BE49-F238E27FC236}">
                <a16:creationId xmlns:a16="http://schemas.microsoft.com/office/drawing/2014/main" id="{8F018551-5F8D-73FC-F27F-28B0817F3F4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utout/>
                    </a14:imgEffect>
                    <a14:imgEffect>
                      <a14:saturation sat="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B4AFA8E-ACE5-0003-F80C-C6993B59B565}"/>
              </a:ext>
            </a:extLst>
          </p:cNvPr>
          <p:cNvSpPr/>
          <p:nvPr/>
        </p:nvSpPr>
        <p:spPr>
          <a:xfrm>
            <a:off x="914401" y="1333500"/>
            <a:ext cx="10191750" cy="421957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8E63CD9-D5EC-34BD-7B62-1C74E9F2C7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1967" y="1743075"/>
            <a:ext cx="9202546" cy="337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490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90007B-A357-4B57-78A4-232E36564773}"/>
              </a:ext>
            </a:extLst>
          </p:cNvPr>
          <p:cNvSpPr/>
          <p:nvPr/>
        </p:nvSpPr>
        <p:spPr>
          <a:xfrm>
            <a:off x="360772" y="1092500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CA1E21-6188-91EC-55DD-AFA17BF25096}"/>
              </a:ext>
            </a:extLst>
          </p:cNvPr>
          <p:cNvSpPr/>
          <p:nvPr/>
        </p:nvSpPr>
        <p:spPr>
          <a:xfrm>
            <a:off x="1653019" y="651605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A5CC92-0E8C-3A05-9D13-FC9809C34F46}"/>
              </a:ext>
            </a:extLst>
          </p:cNvPr>
          <p:cNvSpPr/>
          <p:nvPr/>
        </p:nvSpPr>
        <p:spPr>
          <a:xfrm>
            <a:off x="2945266" y="210710"/>
            <a:ext cx="1369711" cy="344274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215508-3A0A-1CE0-992D-C9436CF87A12}"/>
              </a:ext>
            </a:extLst>
          </p:cNvPr>
          <p:cNvSpPr txBox="1"/>
          <p:nvPr/>
        </p:nvSpPr>
        <p:spPr>
          <a:xfrm>
            <a:off x="222076" y="1436774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AC2087-984E-8361-8AA7-5069B4A7EBA9}"/>
              </a:ext>
            </a:extLst>
          </p:cNvPr>
          <p:cNvSpPr/>
          <p:nvPr/>
        </p:nvSpPr>
        <p:spPr>
          <a:xfrm>
            <a:off x="4623891" y="3353120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59E804-2126-BFC0-656D-64639999D240}"/>
              </a:ext>
            </a:extLst>
          </p:cNvPr>
          <p:cNvSpPr/>
          <p:nvPr/>
        </p:nvSpPr>
        <p:spPr>
          <a:xfrm>
            <a:off x="5923282" y="2969726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8D17EA-7F47-76FE-D657-BC3E63D2D725}"/>
              </a:ext>
            </a:extLst>
          </p:cNvPr>
          <p:cNvSpPr/>
          <p:nvPr/>
        </p:nvSpPr>
        <p:spPr>
          <a:xfrm>
            <a:off x="7215529" y="2586332"/>
            <a:ext cx="1369711" cy="344274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F7D246-09BA-86BB-511B-13F366C83E28}"/>
              </a:ext>
            </a:extLst>
          </p:cNvPr>
          <p:cNvSpPr txBox="1"/>
          <p:nvPr/>
        </p:nvSpPr>
        <p:spPr>
          <a:xfrm>
            <a:off x="4492339" y="3750483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49C8A-697E-66B4-489E-AA7D4C7F18F2}"/>
              </a:ext>
            </a:extLst>
          </p:cNvPr>
          <p:cNvSpPr txBox="1"/>
          <p:nvPr/>
        </p:nvSpPr>
        <p:spPr>
          <a:xfrm>
            <a:off x="7215529" y="4024736"/>
            <a:ext cx="2812272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RightUp"/>
              <a:lightRig rig="threePt" dir="t"/>
            </a:scene3d>
          </a:bodyPr>
          <a:lstStyle/>
          <a:p>
            <a:r>
              <a:rPr lang="en-US" sz="8000" b="1" dirty="0">
                <a:ln w="19050">
                  <a:noFill/>
                </a:ln>
                <a:solidFill>
                  <a:srgbClr val="FE02EC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always  forever" pitchFamily="2" charset="0"/>
                <a:cs typeface="Libertinus Keyboard" pitchFamily="50" charset="-79"/>
              </a:rPr>
              <a:t>Python Lib</a:t>
            </a:r>
            <a:endParaRPr lang="en-150" sz="8000" b="1" dirty="0">
              <a:ln w="19050">
                <a:noFill/>
              </a:ln>
              <a:solidFill>
                <a:srgbClr val="FE02EC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648620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E101D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42A9C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5C635-2A61-E220-D6E5-32F47585513F}"/>
              </a:ext>
            </a:extLst>
          </p:cNvPr>
          <p:cNvSpPr txBox="1"/>
          <p:nvPr/>
        </p:nvSpPr>
        <p:spPr>
          <a:xfrm>
            <a:off x="4444234" y="4616450"/>
            <a:ext cx="330353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ln w="19050">
                  <a:solidFill>
                    <a:schemeClr val="accent3">
                      <a:lumMod val="60000"/>
                      <a:lumOff val="40000"/>
                    </a:schemeClr>
                  </a:solidFill>
                </a:ln>
                <a:solidFill>
                  <a:srgbClr val="58FF37"/>
                </a:solidFill>
                <a:latin typeface="always  forever" pitchFamily="2" charset="0"/>
                <a:cs typeface="Libertinus Keyboard" pitchFamily="50" charset="-79"/>
              </a:rPr>
              <a:t>Python  Lib</a:t>
            </a:r>
            <a:endParaRPr lang="en-150" sz="8800" b="1" dirty="0">
              <a:ln w="19050">
                <a:solidFill>
                  <a:schemeClr val="accent3">
                    <a:lumMod val="60000"/>
                    <a:lumOff val="40000"/>
                  </a:schemeClr>
                </a:solidFill>
              </a:ln>
              <a:solidFill>
                <a:srgbClr val="58FF37"/>
              </a:solidFill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9889472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FFD700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5C635-2A61-E220-D6E5-32F47585513F}"/>
              </a:ext>
            </a:extLst>
          </p:cNvPr>
          <p:cNvSpPr txBox="1"/>
          <p:nvPr/>
        </p:nvSpPr>
        <p:spPr>
          <a:xfrm>
            <a:off x="6825504" y="3987710"/>
            <a:ext cx="2812272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RightUp"/>
              <a:lightRig rig="threePt" dir="t"/>
            </a:scene3d>
          </a:bodyPr>
          <a:lstStyle/>
          <a:p>
            <a:r>
              <a:rPr lang="en-US" sz="8000" b="1" dirty="0">
                <a:ln w="19050">
                  <a:noFill/>
                </a:ln>
                <a:solidFill>
                  <a:srgbClr val="FE02EC"/>
                </a:solidFill>
                <a:latin typeface="always  forever" pitchFamily="2" charset="0"/>
                <a:cs typeface="Libertinus Keyboard" pitchFamily="50" charset="-79"/>
              </a:rPr>
              <a:t>Python Lib</a:t>
            </a:r>
            <a:endParaRPr lang="en-150" sz="8000" b="1" dirty="0">
              <a:ln w="19050">
                <a:noFill/>
              </a:ln>
              <a:solidFill>
                <a:srgbClr val="FE02EC"/>
              </a:solidFill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070659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FFD700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1245543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E101D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42A9C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087235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519632" y="1987446"/>
            <a:ext cx="3917629" cy="1286108"/>
            <a:chOff x="4528506" y="1936845"/>
            <a:chExt cx="4483316" cy="147181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528506" y="3087086"/>
              <a:ext cx="1567494" cy="3215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86419" y="2511965"/>
              <a:ext cx="1567494" cy="3215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444331" y="1936845"/>
              <a:ext cx="1567491" cy="321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73553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56082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chemeClr val="accent2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8291686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11E5DD6-E9CE-0E04-DAAC-92581C64AEF3}"/>
              </a:ext>
            </a:extLst>
          </p:cNvPr>
          <p:cNvSpPr/>
          <p:nvPr/>
        </p:nvSpPr>
        <p:spPr>
          <a:xfrm>
            <a:off x="4483056" y="2869235"/>
            <a:ext cx="1369714" cy="3442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011A50-3FA0-A8E8-8DF5-1CBB2DF4C4FE}"/>
              </a:ext>
            </a:extLst>
          </p:cNvPr>
          <p:cNvSpPr/>
          <p:nvPr/>
        </p:nvSpPr>
        <p:spPr>
          <a:xfrm>
            <a:off x="5775303" y="2428340"/>
            <a:ext cx="1369714" cy="3442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B4BDD1-236D-438B-09EB-97CA895C3300}"/>
              </a:ext>
            </a:extLst>
          </p:cNvPr>
          <p:cNvSpPr/>
          <p:nvPr/>
        </p:nvSpPr>
        <p:spPr>
          <a:xfrm>
            <a:off x="7067550" y="1987445"/>
            <a:ext cx="1369711" cy="3442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350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56082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chemeClr val="accent2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ECFECA-DA2A-9536-415C-4E43406CD3BB}"/>
              </a:ext>
            </a:extLst>
          </p:cNvPr>
          <p:cNvSpPr/>
          <p:nvPr/>
        </p:nvSpPr>
        <p:spPr>
          <a:xfrm>
            <a:off x="621240" y="1215144"/>
            <a:ext cx="1369714" cy="344274"/>
          </a:xfrm>
          <a:prstGeom prst="rect">
            <a:avLst/>
          </a:prstGeom>
          <a:solidFill>
            <a:srgbClr val="1A1F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254E2D-F790-3860-F5B3-F21908C0E908}"/>
              </a:ext>
            </a:extLst>
          </p:cNvPr>
          <p:cNvSpPr/>
          <p:nvPr/>
        </p:nvSpPr>
        <p:spPr>
          <a:xfrm>
            <a:off x="1913487" y="774249"/>
            <a:ext cx="1369714" cy="344274"/>
          </a:xfrm>
          <a:prstGeom prst="rect">
            <a:avLst/>
          </a:prstGeom>
          <a:solidFill>
            <a:srgbClr val="1A1F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552A5B-6ADE-7AAD-840D-E725D6080ED5}"/>
              </a:ext>
            </a:extLst>
          </p:cNvPr>
          <p:cNvSpPr/>
          <p:nvPr/>
        </p:nvSpPr>
        <p:spPr>
          <a:xfrm>
            <a:off x="3205734" y="333354"/>
            <a:ext cx="1369711" cy="344274"/>
          </a:xfrm>
          <a:prstGeom prst="rect">
            <a:avLst/>
          </a:prstGeom>
          <a:solidFill>
            <a:srgbClr val="E101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42D222-7ABF-6406-3CFF-BCDB43D0E6A2}"/>
              </a:ext>
            </a:extLst>
          </p:cNvPr>
          <p:cNvSpPr txBox="1"/>
          <p:nvPr/>
        </p:nvSpPr>
        <p:spPr>
          <a:xfrm>
            <a:off x="482544" y="1559418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1250707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6F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3677000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6F6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6F6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663385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D7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36011179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0F5C2-1667-002A-E2D2-F9AA352CE0C5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652601"/>
            <a:chExt cx="3959748" cy="156608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899079"/>
              <a:ext cx="1422264" cy="31961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737111" y="2275840"/>
              <a:ext cx="1422264" cy="31961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005855" y="1652601"/>
              <a:ext cx="1422261" cy="319610"/>
            </a:xfrm>
            <a:prstGeom prst="rect">
              <a:avLst/>
            </a:prstGeom>
            <a:solidFill>
              <a:srgbClr val="58F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solidFill>
                  <a:srgbClr val="58FF37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58FF37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1298690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1799</TotalTime>
  <Words>59</Words>
  <Application>Microsoft Office PowerPoint</Application>
  <PresentationFormat>Widescreen</PresentationFormat>
  <Paragraphs>52</Paragraphs>
  <Slides>19</Slides>
  <Notes>0</Notes>
  <HiddenSlides>15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Aafia</vt:lpstr>
      <vt:lpstr>always  forever</vt:lpstr>
      <vt:lpstr>Aptos</vt:lpstr>
      <vt:lpstr>Aptos Display</vt:lpstr>
      <vt:lpstr>Arial</vt:lpstr>
      <vt:lpstr>Engravers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Twente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Favato Barcelos, Pedro Paulo (UT-EEMCS)</dc:creator>
  <cp:lastModifiedBy>Favato Barcelos, Pedro Paulo (UT-EEMCS)</cp:lastModifiedBy>
  <cp:revision>22</cp:revision>
  <dcterms:created xsi:type="dcterms:W3CDTF">2024-08-17T07:41:34Z</dcterms:created>
  <dcterms:modified xsi:type="dcterms:W3CDTF">2025-03-17T12:45:50Z</dcterms:modified>
</cp:coreProperties>
</file>
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3" r:id="rId2"/>
    <p:sldId id="294" r:id="rId3"/>
    <p:sldId id="295" r:id="rId4"/>
    <p:sldId id="291" r:id="rId5"/>
    <p:sldId id="286" r:id="rId6"/>
    <p:sldId id="288" r:id="rId7"/>
    <p:sldId id="289" r:id="rId8"/>
    <p:sldId id="287" r:id="rId9"/>
    <p:sldId id="278" r:id="rId10"/>
    <p:sldId id="285" r:id="rId11"/>
    <p:sldId id="281" r:id="rId12"/>
    <p:sldId id="283" r:id="rId13"/>
    <p:sldId id="284" r:id="rId14"/>
    <p:sldId id="280" r:id="rId15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6743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6" pos="6879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57A"/>
    <a:srgbClr val="FFD700"/>
    <a:srgbClr val="66A2FA"/>
    <a:srgbClr val="97258F"/>
    <a:srgbClr val="B92DAF"/>
    <a:srgbClr val="E101D1"/>
    <a:srgbClr val="58FF37"/>
    <a:srgbClr val="FE02EC"/>
    <a:srgbClr val="1A1F71"/>
    <a:srgbClr val="242A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86" y="108"/>
      </p:cViewPr>
      <p:guideLst>
        <p:guide pos="6743"/>
        <p:guide pos="3840"/>
        <p:guide pos="687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890D7-75A3-4AFD-AFCE-7BC66DB681C5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15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36E6F-2982-4106-AD26-5669FCE18877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987160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1FC83-C0BF-D537-C368-9AEB312DE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66FA5-2649-593D-EF4B-108E1C170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F7C01-A857-9F8D-13E0-0DDDEFEC1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BB66-1ADB-47C6-8EE2-F72BFA79F05A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DB16C-84BF-F3D0-35DE-43385B03D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D681C-E08C-AC05-AD72-0A4725F9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D25F-6041-4267-A97A-B5F356B0018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38591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B280C-4E5E-1E10-42B0-643F01FBA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9A15C-3CBF-01C1-4A02-E415EEECB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3672-E38E-04AD-79B8-18ABA5E5D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BB66-1ADB-47C6-8EE2-F72BFA79F05A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B8D1C-241A-05B8-F1F6-7F1ED1FA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671CA-EB57-AC60-B6C0-2AEE6B29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D25F-6041-4267-A97A-B5F356B0018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079229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1EA5F-B88B-ABC0-25A9-73E734E3D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30A0F-5197-3D72-FAC0-0997B0C20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FA666-4814-6623-EB8D-A70D010E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BB66-1ADB-47C6-8EE2-F72BFA79F05A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A7625-E97B-040C-42B5-3CE6B2A7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0079-5D1B-8AD9-5EF5-85A8D436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D25F-6041-4267-A97A-B5F356B0018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77815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5C0B-6753-3BDC-8E0B-13D78D091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A3DFD-BFF3-BA71-0B46-B9F5D4349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B556D-04D2-1610-E3B4-024929F3D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693B5-42FA-B87A-5DA1-7739EAE72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BB66-1ADB-47C6-8EE2-F72BFA79F05A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A32EE-CA37-5DE5-BED5-595A1F8E7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86718-76D1-7762-8BA0-CBACA991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D25F-6041-4267-A97A-B5F356B0018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83749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CAA9D-6F40-EF8D-84FE-FC3713B6B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539E1-060A-C367-9CF0-D30FB104B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D0125-D606-4116-7B63-F1C3FE918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444A4-D303-4207-16BF-8F377EA52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07EAD-9A27-49C0-4F65-B21E0B56C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05F40-FC13-3C0D-4EED-7AA21DFB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BB66-1ADB-47C6-8EE2-F72BFA79F05A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9DB5DA-16EC-4130-A2D7-39BB292A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209B5A-803C-43CA-86BD-C357BE9D9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D25F-6041-4267-A97A-B5F356B0018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155083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3713-025A-B8B2-DA12-80549380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B2D1B-36A9-AD7F-69F5-51DA736A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BB66-1ADB-47C6-8EE2-F72BFA79F05A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E2D27-F6C7-190A-50FE-4F566D2BC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72F97-75CF-282B-2664-BBA99A10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D25F-6041-4267-A97A-B5F356B0018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179550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64B81A-175C-7D08-7425-94543885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BB66-1ADB-47C6-8EE2-F72BFA79F05A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24178-7629-35D4-16A5-73DA382E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D021-2404-76C6-ABB1-F2641A07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D25F-6041-4267-A97A-B5F356B0018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69399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8DD73-5715-BAB5-41D2-2816F7E1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1D99E-C80F-8017-6243-4FC3D1A54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FDBE8-66EE-7AFB-DFB2-385D32415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0E90B-4B75-3779-1C35-F472E6012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BB66-1ADB-47C6-8EE2-F72BFA79F05A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21DF3-7A2D-228D-0CB3-FC9C5ADA5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49F49-8A22-3F7F-E3B0-BAB5A682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D25F-6041-4267-A97A-B5F356B0018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04037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E40FA-0B1C-5277-EBC5-C79C2DD55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8875D-1D6F-EE95-AF83-580A2B7328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09AC2-6265-4E06-83F9-68E27B6B9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AF505-C552-D55E-49CB-264A137B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BB66-1ADB-47C6-8EE2-F72BFA79F05A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0A790-A198-422C-A0ED-2BCC7087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8F64C-9F2A-DC68-28DD-E9F04D770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D25F-6041-4267-A97A-B5F356B0018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976065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2D0D0-F418-9F4C-9C35-316983AC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F83A5-817F-9F16-4B53-306EECB52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BF8CA-0F12-4F6F-2504-1ED89EC8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BB66-1ADB-47C6-8EE2-F72BFA79F05A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110E0-35B3-2D70-9946-5606D78B2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075B2-413A-7EBE-2137-FAA6CED4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D25F-6041-4267-A97A-B5F356B0018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49055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F65788-7878-C6F7-AB13-AEBFE795B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F033F-56EB-30EF-76C2-E2860BE34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0128D-4EB9-45E4-477F-C1F417E5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BB66-1ADB-47C6-8EE2-F72BFA79F05A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FC699-E0B4-972B-F144-F21B7AE47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0DF5B-8F79-CE69-81D5-A0079F11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D25F-6041-4267-A97A-B5F356B0018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019988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2FEB75-F892-BB69-E214-89092926B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76CD8-2DEB-0123-51B0-9B2424857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BD0AD-FA62-9372-635E-F27012010C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7BB66-1ADB-47C6-8EE2-F72BFA79F05A}" type="datetimeFigureOut">
              <a:rPr lang="en-150" smtClean="0"/>
              <a:t>12/03/2025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6246-2F38-B95C-4D4E-5F59E4331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7A78B-CB45-74FE-5BB0-A6AA8844A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6D25F-6041-4267-A97A-B5F356B0018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10340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15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04611-22B7-C897-FE07-3BC9A8278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11CCDEF-8E46-CFF4-8380-6002CA5684C8}"/>
              </a:ext>
            </a:extLst>
          </p:cNvPr>
          <p:cNvSpPr/>
          <p:nvPr/>
        </p:nvSpPr>
        <p:spPr>
          <a:xfrm>
            <a:off x="281781" y="2505544"/>
            <a:ext cx="5457825" cy="41243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841810-4848-ED1E-1246-A0F736CB5297}"/>
              </a:ext>
            </a:extLst>
          </p:cNvPr>
          <p:cNvSpPr/>
          <p:nvPr/>
        </p:nvSpPr>
        <p:spPr>
          <a:xfrm>
            <a:off x="6734175" y="2816191"/>
            <a:ext cx="1223963" cy="149432"/>
          </a:xfrm>
          <a:prstGeom prst="rect">
            <a:avLst/>
          </a:prstGeom>
          <a:solidFill>
            <a:srgbClr val="1A1F71"/>
          </a:solidFill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solidFill>
                <a:srgbClr val="1A1F7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7E3C51-792E-71C4-3609-9989C2BF0F77}"/>
              </a:ext>
            </a:extLst>
          </p:cNvPr>
          <p:cNvSpPr/>
          <p:nvPr/>
        </p:nvSpPr>
        <p:spPr>
          <a:xfrm>
            <a:off x="7958138" y="2659139"/>
            <a:ext cx="1368425" cy="149432"/>
          </a:xfrm>
          <a:prstGeom prst="rect">
            <a:avLst/>
          </a:prstGeom>
          <a:solidFill>
            <a:srgbClr val="1A1F71"/>
          </a:solidFill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solidFill>
                <a:srgbClr val="1A1F7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72054A-4C5B-7E2D-91D3-4A22A50AFE79}"/>
              </a:ext>
            </a:extLst>
          </p:cNvPr>
          <p:cNvSpPr/>
          <p:nvPr/>
        </p:nvSpPr>
        <p:spPr>
          <a:xfrm>
            <a:off x="9326564" y="2502087"/>
            <a:ext cx="1377950" cy="149432"/>
          </a:xfrm>
          <a:prstGeom prst="rect">
            <a:avLst/>
          </a:prstGeom>
          <a:gradFill flip="none" rotWithShape="1">
            <a:gsLst>
              <a:gs pos="0">
                <a:srgbClr val="FFD700"/>
              </a:gs>
              <a:gs pos="78000">
                <a:srgbClr val="FFD700"/>
              </a:gs>
              <a:gs pos="100000">
                <a:schemeClr val="bg1"/>
              </a:gs>
            </a:gsLst>
            <a:lin ang="18900000" scaled="1"/>
            <a:tileRect/>
          </a:gradFill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D28326-DFEC-DA4A-7F24-5593A0F2707D}"/>
              </a:ext>
            </a:extLst>
          </p:cNvPr>
          <p:cNvSpPr txBox="1"/>
          <p:nvPr/>
        </p:nvSpPr>
        <p:spPr>
          <a:xfrm>
            <a:off x="6606889" y="2855133"/>
            <a:ext cx="4253087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38100"/>
          </a:bodyPr>
          <a:lstStyle/>
          <a:p>
            <a:r>
              <a:rPr lang="en-US" sz="7200" dirty="0">
                <a:ln w="3175">
                  <a:noFill/>
                </a:ln>
                <a:solidFill>
                  <a:srgbClr val="1A1F71"/>
                </a:solidFill>
                <a:latin typeface="Aafia" pitchFamily="50" charset="0"/>
              </a:rPr>
              <a:t>LaDe</a:t>
            </a:r>
            <a:r>
              <a:rPr lang="en-US" sz="7200" dirty="0">
                <a:ln w="3175">
                  <a:noFill/>
                </a:ln>
                <a:gradFill flip="none" rotWithShape="1">
                  <a:gsLst>
                    <a:gs pos="80000">
                      <a:srgbClr val="FFD700"/>
                    </a:gs>
                    <a:gs pos="0">
                      <a:srgbClr val="FFD700"/>
                    </a:gs>
                    <a:gs pos="100000">
                      <a:schemeClr val="bg1"/>
                    </a:gs>
                  </a:gsLst>
                  <a:lin ang="18900000" scaled="1"/>
                  <a:tileRect/>
                </a:gradFill>
                <a:latin typeface="Aafia" pitchFamily="50" charset="0"/>
              </a:rPr>
              <a:t>RR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ECF1B9-269C-2F29-E619-FC104AAEEE14}"/>
              </a:ext>
            </a:extLst>
          </p:cNvPr>
          <p:cNvSpPr txBox="1"/>
          <p:nvPr/>
        </p:nvSpPr>
        <p:spPr>
          <a:xfrm>
            <a:off x="6713538" y="3578479"/>
            <a:ext cx="4411662" cy="83099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US" sz="5400" b="1" spc="780" dirty="0">
                <a:solidFill>
                  <a:srgbClr val="97258F"/>
                </a:solidFill>
                <a:latin typeface="Engravers MT" panose="02090707080505020304" pitchFamily="18" charset="0"/>
              </a:rPr>
              <a:t>Engine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D416BCF-2AB3-DE6D-7506-2400C457EE20}"/>
              </a:ext>
            </a:extLst>
          </p:cNvPr>
          <p:cNvGrpSpPr/>
          <p:nvPr/>
        </p:nvGrpSpPr>
        <p:grpSpPr>
          <a:xfrm>
            <a:off x="769938" y="598525"/>
            <a:ext cx="4253087" cy="1538135"/>
            <a:chOff x="769938" y="598525"/>
            <a:chExt cx="4253087" cy="153813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3C051B-A39B-AC04-76B0-DC200FAC2D8B}"/>
                </a:ext>
              </a:extLst>
            </p:cNvPr>
            <p:cNvSpPr/>
            <p:nvPr/>
          </p:nvSpPr>
          <p:spPr>
            <a:xfrm>
              <a:off x="897224" y="897389"/>
              <a:ext cx="1223963" cy="149432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3175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>
                <a:ln w="3175">
                  <a:solidFill>
                    <a:schemeClr val="bg1">
                      <a:lumMod val="95000"/>
                    </a:schemeClr>
                  </a:solidFill>
                </a:ln>
                <a:solidFill>
                  <a:srgbClr val="1A1F7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A100315-569F-0257-8A1C-6DABADA772E4}"/>
                </a:ext>
              </a:extLst>
            </p:cNvPr>
            <p:cNvSpPr/>
            <p:nvPr/>
          </p:nvSpPr>
          <p:spPr>
            <a:xfrm>
              <a:off x="2121187" y="747957"/>
              <a:ext cx="1368425" cy="149432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3175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>
                <a:ln w="3175">
                  <a:solidFill>
                    <a:schemeClr val="bg1">
                      <a:lumMod val="95000"/>
                    </a:schemeClr>
                  </a:solidFill>
                </a:ln>
                <a:solidFill>
                  <a:srgbClr val="1A1F7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F225EA-5826-AB82-F3AE-714C3CD68F5D}"/>
                </a:ext>
              </a:extLst>
            </p:cNvPr>
            <p:cNvSpPr txBox="1"/>
            <p:nvPr/>
          </p:nvSpPr>
          <p:spPr>
            <a:xfrm>
              <a:off x="769938" y="936331"/>
              <a:ext cx="4253087" cy="120032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</p:spPr>
          <p:txBody>
            <a:bodyPr wrap="none" rtlCol="0">
              <a:spAutoFit/>
              <a:sp3d extrusionH="38100">
                <a:bevelT w="38100" h="38100"/>
              </a:sp3d>
            </a:bodyPr>
            <a:lstStyle/>
            <a:p>
              <a:r>
                <a:rPr lang="en-US" sz="7200" dirty="0">
                  <a:ln w="3175">
                    <a:noFill/>
                  </a:ln>
                  <a:solidFill>
                    <a:schemeClr val="tx2">
                      <a:lumMod val="50000"/>
                      <a:lumOff val="50000"/>
                    </a:schemeClr>
                  </a:solidFill>
                  <a:latin typeface="Aafia" pitchFamily="50" charset="0"/>
                </a:rPr>
                <a:t>LaDe</a:t>
              </a:r>
              <a:r>
                <a:rPr lang="en-US" sz="7200" dirty="0">
                  <a:ln w="3175">
                    <a:noFill/>
                  </a:ln>
                  <a:solidFill>
                    <a:srgbClr val="FFD700"/>
                  </a:solidFill>
                  <a:latin typeface="Aafia" pitchFamily="50" charset="0"/>
                </a:rPr>
                <a:t>RR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C599F07-BDC7-721F-E751-2A5581B06BF2}"/>
                </a:ext>
              </a:extLst>
            </p:cNvPr>
            <p:cNvSpPr/>
            <p:nvPr/>
          </p:nvSpPr>
          <p:spPr>
            <a:xfrm>
              <a:off x="3489612" y="598525"/>
              <a:ext cx="1377950" cy="149432"/>
            </a:xfrm>
            <a:prstGeom prst="rect">
              <a:avLst/>
            </a:prstGeom>
            <a:solidFill>
              <a:srgbClr val="FFD700"/>
            </a:solidFill>
            <a:ln w="3175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>
                <a:ln w="3175">
                  <a:solidFill>
                    <a:schemeClr val="bg1">
                      <a:lumMod val="95000"/>
                    </a:schemeClr>
                  </a:solidFill>
                </a:ln>
                <a:solidFill>
                  <a:srgbClr val="1A1F71"/>
                </a:solidFill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11DAC5B-9CC5-FEE0-8E9D-184ED91E9D7A}"/>
              </a:ext>
            </a:extLst>
          </p:cNvPr>
          <p:cNvSpPr/>
          <p:nvPr/>
        </p:nvSpPr>
        <p:spPr>
          <a:xfrm>
            <a:off x="6840824" y="5390598"/>
            <a:ext cx="1223963" cy="149432"/>
          </a:xfrm>
          <a:prstGeom prst="rect">
            <a:avLst/>
          </a:prstGeom>
          <a:solidFill>
            <a:srgbClr val="20257A"/>
          </a:solidFill>
          <a:ln w="3175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ln w="3175">
                <a:solidFill>
                  <a:schemeClr val="bg1">
                    <a:lumMod val="95000"/>
                  </a:schemeClr>
                </a:solidFill>
              </a:ln>
              <a:solidFill>
                <a:srgbClr val="1A1F7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8393B8-00F4-88EF-3020-6856033B1898}"/>
              </a:ext>
            </a:extLst>
          </p:cNvPr>
          <p:cNvSpPr/>
          <p:nvPr/>
        </p:nvSpPr>
        <p:spPr>
          <a:xfrm>
            <a:off x="8064787" y="5241166"/>
            <a:ext cx="1368425" cy="149432"/>
          </a:xfrm>
          <a:prstGeom prst="rect">
            <a:avLst/>
          </a:prstGeom>
          <a:solidFill>
            <a:srgbClr val="20257A"/>
          </a:solidFill>
          <a:ln w="3175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ln w="3175">
                <a:solidFill>
                  <a:schemeClr val="bg1">
                    <a:lumMod val="95000"/>
                  </a:schemeClr>
                </a:solidFill>
              </a:ln>
              <a:solidFill>
                <a:srgbClr val="1A1F7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82EF64-327A-5D40-5CCA-0FB407145FE3}"/>
              </a:ext>
            </a:extLst>
          </p:cNvPr>
          <p:cNvSpPr txBox="1"/>
          <p:nvPr/>
        </p:nvSpPr>
        <p:spPr>
          <a:xfrm>
            <a:off x="6713538" y="5429540"/>
            <a:ext cx="4253087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wrap="none" rtlCol="0">
            <a:spAutoFit/>
            <a:sp3d extrusionH="38100">
              <a:bevelT w="38100" h="38100"/>
            </a:sp3d>
          </a:bodyPr>
          <a:lstStyle/>
          <a:p>
            <a:r>
              <a:rPr lang="en-US" sz="7200" dirty="0">
                <a:ln w="3175">
                  <a:noFill/>
                </a:ln>
                <a:solidFill>
                  <a:srgbClr val="20257A"/>
                </a:solidFill>
                <a:latin typeface="Aafia" pitchFamily="50" charset="0"/>
              </a:rPr>
              <a:t>LaDe</a:t>
            </a:r>
            <a:r>
              <a:rPr lang="en-US" sz="7200" dirty="0">
                <a:ln w="3175">
                  <a:noFill/>
                </a:ln>
                <a:solidFill>
                  <a:srgbClr val="FFD700"/>
                </a:solidFill>
                <a:latin typeface="Aafia" pitchFamily="50" charset="0"/>
              </a:rPr>
              <a:t>RR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008EE8-3E47-C031-AE6D-B07E0626F8DC}"/>
              </a:ext>
            </a:extLst>
          </p:cNvPr>
          <p:cNvSpPr/>
          <p:nvPr/>
        </p:nvSpPr>
        <p:spPr>
          <a:xfrm>
            <a:off x="9433212" y="5091734"/>
            <a:ext cx="1377950" cy="149432"/>
          </a:xfrm>
          <a:prstGeom prst="rect">
            <a:avLst/>
          </a:prstGeom>
          <a:solidFill>
            <a:srgbClr val="FFD700"/>
          </a:solidFill>
          <a:ln w="3175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ln w="3175">
                <a:solidFill>
                  <a:schemeClr val="bg1">
                    <a:lumMod val="95000"/>
                  </a:schemeClr>
                </a:solidFill>
              </a:ln>
              <a:solidFill>
                <a:srgbClr val="1A1F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158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ard with black text and black text&#10;&#10;AI-generated content may be incorrect.">
            <a:extLst>
              <a:ext uri="{FF2B5EF4-FFF2-40B4-BE49-F238E27FC236}">
                <a16:creationId xmlns:a16="http://schemas.microsoft.com/office/drawing/2014/main" id="{1E7BEED1-CF56-A13F-35EB-36FFC9A5489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03AB48-C6E9-BD43-4EEA-B2FD96D544E2}"/>
              </a:ext>
            </a:extLst>
          </p:cNvPr>
          <p:cNvSpPr/>
          <p:nvPr/>
        </p:nvSpPr>
        <p:spPr>
          <a:xfrm>
            <a:off x="914401" y="1333500"/>
            <a:ext cx="10191750" cy="42195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571E79-CA3F-5BC9-E30D-F0218A06C6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244"/>
          <a:stretch/>
        </p:blipFill>
        <p:spPr>
          <a:xfrm>
            <a:off x="748798" y="1912568"/>
            <a:ext cx="10694403" cy="303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3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58346A-097A-3811-260B-F46ECE281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ard with black text and black text&#10;&#10;AI-generated content may be incorrect.">
            <a:extLst>
              <a:ext uri="{FF2B5EF4-FFF2-40B4-BE49-F238E27FC236}">
                <a16:creationId xmlns:a16="http://schemas.microsoft.com/office/drawing/2014/main" id="{8F018551-5F8D-73FC-F27F-28B0817F3F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4AFA8E-ACE5-0003-F80C-C6993B59B565}"/>
              </a:ext>
            </a:extLst>
          </p:cNvPr>
          <p:cNvSpPr/>
          <p:nvPr/>
        </p:nvSpPr>
        <p:spPr>
          <a:xfrm>
            <a:off x="914401" y="1333500"/>
            <a:ext cx="10191750" cy="42195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E63CD9-D5EC-34BD-7B62-1C74E9F2C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967" y="1743075"/>
            <a:ext cx="9202546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90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90007B-A357-4B57-78A4-232E36564773}"/>
              </a:ext>
            </a:extLst>
          </p:cNvPr>
          <p:cNvSpPr/>
          <p:nvPr/>
        </p:nvSpPr>
        <p:spPr>
          <a:xfrm>
            <a:off x="360772" y="1092500"/>
            <a:ext cx="1369714" cy="344274"/>
          </a:xfrm>
          <a:prstGeom prst="rect">
            <a:avLst/>
          </a:prstGeom>
          <a:solidFill>
            <a:srgbClr val="1A1F71"/>
          </a:solidFill>
          <a:ln w="3175">
            <a:noFill/>
          </a:ln>
          <a:effectLst/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solidFill>
                <a:srgbClr val="1A1F7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CA1E21-6188-91EC-55DD-AFA17BF25096}"/>
              </a:ext>
            </a:extLst>
          </p:cNvPr>
          <p:cNvSpPr/>
          <p:nvPr/>
        </p:nvSpPr>
        <p:spPr>
          <a:xfrm>
            <a:off x="1653019" y="651605"/>
            <a:ext cx="1369714" cy="344274"/>
          </a:xfrm>
          <a:prstGeom prst="rect">
            <a:avLst/>
          </a:prstGeom>
          <a:solidFill>
            <a:srgbClr val="1A1F71"/>
          </a:solidFill>
          <a:ln w="3175">
            <a:noFill/>
          </a:ln>
          <a:effectLst/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solidFill>
                <a:srgbClr val="1A1F7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A5CC92-0E8C-3A05-9D13-FC9809C34F46}"/>
              </a:ext>
            </a:extLst>
          </p:cNvPr>
          <p:cNvSpPr/>
          <p:nvPr/>
        </p:nvSpPr>
        <p:spPr>
          <a:xfrm>
            <a:off x="2945266" y="210710"/>
            <a:ext cx="1369711" cy="344274"/>
          </a:xfrm>
          <a:prstGeom prst="rect">
            <a:avLst/>
          </a:prstGeom>
          <a:gradFill flip="none" rotWithShape="1">
            <a:gsLst>
              <a:gs pos="0">
                <a:srgbClr val="FFD700"/>
              </a:gs>
              <a:gs pos="78000">
                <a:srgbClr val="FFD700"/>
              </a:gs>
              <a:gs pos="100000">
                <a:schemeClr val="bg1"/>
              </a:gs>
            </a:gsLst>
            <a:lin ang="18900000" scaled="1"/>
            <a:tileRect/>
          </a:gradFill>
          <a:ln w="3175">
            <a:noFill/>
          </a:ln>
          <a:effectLst/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215508-3A0A-1CE0-992D-C9436CF87A12}"/>
              </a:ext>
            </a:extLst>
          </p:cNvPr>
          <p:cNvSpPr txBox="1"/>
          <p:nvPr/>
        </p:nvSpPr>
        <p:spPr>
          <a:xfrm>
            <a:off x="222076" y="1436774"/>
            <a:ext cx="4253087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38100">
              <a:bevelT w="38100" h="38100"/>
            </a:sp3d>
          </a:bodyPr>
          <a:lstStyle/>
          <a:p>
            <a:r>
              <a:rPr lang="en-US" sz="7200" dirty="0">
                <a:ln w="3175">
                  <a:noFill/>
                </a:ln>
                <a:solidFill>
                  <a:srgbClr val="1A1F71"/>
                </a:solidFill>
                <a:latin typeface="Aafia" pitchFamily="50" charset="0"/>
              </a:rPr>
              <a:t>LaDe</a:t>
            </a:r>
            <a:r>
              <a:rPr lang="en-US" sz="7200" dirty="0">
                <a:ln w="3175">
                  <a:noFill/>
                </a:ln>
                <a:gradFill flip="none" rotWithShape="1">
                  <a:gsLst>
                    <a:gs pos="80000">
                      <a:srgbClr val="FFD700"/>
                    </a:gs>
                    <a:gs pos="0">
                      <a:srgbClr val="FFD700"/>
                    </a:gs>
                    <a:gs pos="100000">
                      <a:schemeClr val="bg1"/>
                    </a:gs>
                  </a:gsLst>
                  <a:lin ang="18900000" scaled="1"/>
                  <a:tileRect/>
                </a:gradFill>
                <a:latin typeface="Aafia" pitchFamily="50" charset="0"/>
              </a:rPr>
              <a:t>RR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AC2087-984E-8361-8AA7-5069B4A7EBA9}"/>
              </a:ext>
            </a:extLst>
          </p:cNvPr>
          <p:cNvSpPr/>
          <p:nvPr/>
        </p:nvSpPr>
        <p:spPr>
          <a:xfrm>
            <a:off x="4623891" y="3353120"/>
            <a:ext cx="1369714" cy="344274"/>
          </a:xfrm>
          <a:prstGeom prst="rect">
            <a:avLst/>
          </a:prstGeom>
          <a:solidFill>
            <a:srgbClr val="1A1F71"/>
          </a:solidFill>
          <a:ln w="3175">
            <a:noFill/>
          </a:ln>
          <a:effectLst/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solidFill>
                <a:srgbClr val="1A1F7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59E804-2126-BFC0-656D-64639999D240}"/>
              </a:ext>
            </a:extLst>
          </p:cNvPr>
          <p:cNvSpPr/>
          <p:nvPr/>
        </p:nvSpPr>
        <p:spPr>
          <a:xfrm>
            <a:off x="5923282" y="2969726"/>
            <a:ext cx="1369714" cy="344274"/>
          </a:xfrm>
          <a:prstGeom prst="rect">
            <a:avLst/>
          </a:prstGeom>
          <a:solidFill>
            <a:srgbClr val="1A1F71"/>
          </a:solidFill>
          <a:ln w="3175">
            <a:noFill/>
          </a:ln>
          <a:effectLst/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solidFill>
                <a:srgbClr val="1A1F7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8D17EA-7F47-76FE-D657-BC3E63D2D725}"/>
              </a:ext>
            </a:extLst>
          </p:cNvPr>
          <p:cNvSpPr/>
          <p:nvPr/>
        </p:nvSpPr>
        <p:spPr>
          <a:xfrm>
            <a:off x="7215529" y="2586332"/>
            <a:ext cx="1369711" cy="344274"/>
          </a:xfrm>
          <a:prstGeom prst="rect">
            <a:avLst/>
          </a:prstGeom>
          <a:gradFill flip="none" rotWithShape="1">
            <a:gsLst>
              <a:gs pos="0">
                <a:srgbClr val="FFD700"/>
              </a:gs>
              <a:gs pos="78000">
                <a:srgbClr val="FFD700"/>
              </a:gs>
              <a:gs pos="100000">
                <a:schemeClr val="bg1"/>
              </a:gs>
            </a:gsLst>
            <a:lin ang="18900000" scaled="1"/>
            <a:tileRect/>
          </a:gradFill>
          <a:ln w="3175">
            <a:noFill/>
          </a:ln>
          <a:effectLst/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F7D246-09BA-86BB-511B-13F366C83E28}"/>
              </a:ext>
            </a:extLst>
          </p:cNvPr>
          <p:cNvSpPr txBox="1"/>
          <p:nvPr/>
        </p:nvSpPr>
        <p:spPr>
          <a:xfrm>
            <a:off x="4492339" y="3750483"/>
            <a:ext cx="4253087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38100">
              <a:bevelT w="38100" h="38100"/>
            </a:sp3d>
          </a:bodyPr>
          <a:lstStyle/>
          <a:p>
            <a:r>
              <a:rPr lang="en-US" sz="7200" dirty="0">
                <a:ln w="3175">
                  <a:noFill/>
                </a:ln>
                <a:solidFill>
                  <a:srgbClr val="1A1F71"/>
                </a:solidFill>
                <a:latin typeface="Aafia" pitchFamily="50" charset="0"/>
              </a:rPr>
              <a:t>LaDe</a:t>
            </a:r>
            <a:r>
              <a:rPr lang="en-US" sz="7200" dirty="0">
                <a:ln w="3175">
                  <a:noFill/>
                </a:ln>
                <a:gradFill flip="none" rotWithShape="1">
                  <a:gsLst>
                    <a:gs pos="80000">
                      <a:srgbClr val="FFD700"/>
                    </a:gs>
                    <a:gs pos="0">
                      <a:srgbClr val="FFD700"/>
                    </a:gs>
                    <a:gs pos="100000">
                      <a:schemeClr val="bg1"/>
                    </a:gs>
                  </a:gsLst>
                  <a:lin ang="18900000" scaled="1"/>
                  <a:tileRect/>
                </a:gradFill>
                <a:latin typeface="Aafia" pitchFamily="50" charset="0"/>
              </a:rPr>
              <a:t>RR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49C8A-697E-66B4-489E-AA7D4C7F18F2}"/>
              </a:ext>
            </a:extLst>
          </p:cNvPr>
          <p:cNvSpPr txBox="1"/>
          <p:nvPr/>
        </p:nvSpPr>
        <p:spPr>
          <a:xfrm>
            <a:off x="7215529" y="4024736"/>
            <a:ext cx="2812272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RightUp"/>
              <a:lightRig rig="threePt" dir="t"/>
            </a:scene3d>
          </a:bodyPr>
          <a:lstStyle/>
          <a:p>
            <a:r>
              <a:rPr lang="en-US" sz="8000" b="1" dirty="0">
                <a:ln w="19050">
                  <a:noFill/>
                </a:ln>
                <a:solidFill>
                  <a:srgbClr val="FE02EC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lways  forever" pitchFamily="2" charset="0"/>
                <a:cs typeface="Libertinus Keyboard" pitchFamily="50" charset="-79"/>
              </a:rPr>
              <a:t>Python Lib</a:t>
            </a:r>
            <a:endParaRPr lang="en-150" sz="8000" b="1" dirty="0">
              <a:ln w="19050">
                <a:noFill/>
              </a:ln>
              <a:solidFill>
                <a:srgbClr val="FE02EC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lways  forever" pitchFamily="2" charset="0"/>
              <a:cs typeface="Libertinus Keyboard" pitchFamily="50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48620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A7F422-11B4-801C-3967-BC77A3C5E938}"/>
              </a:ext>
            </a:extLst>
          </p:cNvPr>
          <p:cNvSpPr/>
          <p:nvPr/>
        </p:nvSpPr>
        <p:spPr>
          <a:xfrm>
            <a:off x="4148185" y="3422272"/>
            <a:ext cx="1369714" cy="344274"/>
          </a:xfrm>
          <a:prstGeom prst="rect">
            <a:avLst/>
          </a:prstGeom>
          <a:solidFill>
            <a:srgbClr val="242A9C"/>
          </a:solidFill>
          <a:ln w="3175"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7BE717-C333-AA2E-AE01-211F68893DDE}"/>
              </a:ext>
            </a:extLst>
          </p:cNvPr>
          <p:cNvSpPr/>
          <p:nvPr/>
        </p:nvSpPr>
        <p:spPr>
          <a:xfrm>
            <a:off x="5440432" y="2981377"/>
            <a:ext cx="1369714" cy="344274"/>
          </a:xfrm>
          <a:prstGeom prst="rect">
            <a:avLst/>
          </a:prstGeom>
          <a:solidFill>
            <a:srgbClr val="242A9C"/>
          </a:solidFill>
          <a:ln w="3175"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EA294-0FAE-D6B7-F4F6-0E3492015699}"/>
              </a:ext>
            </a:extLst>
          </p:cNvPr>
          <p:cNvSpPr/>
          <p:nvPr/>
        </p:nvSpPr>
        <p:spPr>
          <a:xfrm>
            <a:off x="6732679" y="2540482"/>
            <a:ext cx="1369711" cy="344274"/>
          </a:xfrm>
          <a:prstGeom prst="rect">
            <a:avLst/>
          </a:prstGeom>
          <a:solidFill>
            <a:srgbClr val="E101D1"/>
          </a:solidFill>
          <a:ln w="3175"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A505D0-0167-DE42-F11E-1D8999064CCB}"/>
              </a:ext>
            </a:extLst>
          </p:cNvPr>
          <p:cNvSpPr txBox="1"/>
          <p:nvPr/>
        </p:nvSpPr>
        <p:spPr>
          <a:xfrm>
            <a:off x="4009489" y="3766546"/>
            <a:ext cx="4253087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38100">
              <a:bevelT w="38100" h="38100"/>
            </a:sp3d>
          </a:bodyPr>
          <a:lstStyle/>
          <a:p>
            <a:r>
              <a:rPr lang="en-US" sz="7200" dirty="0">
                <a:ln w="3175">
                  <a:noFill/>
                </a:ln>
                <a:solidFill>
                  <a:srgbClr val="242A9C"/>
                </a:solidFill>
                <a:latin typeface="Aafia" pitchFamily="50" charset="0"/>
              </a:rPr>
              <a:t>LaDe</a:t>
            </a:r>
            <a:r>
              <a:rPr lang="en-US" sz="7200" dirty="0">
                <a:ln w="3175">
                  <a:noFill/>
                </a:ln>
                <a:solidFill>
                  <a:srgbClr val="E101D1"/>
                </a:solidFill>
                <a:latin typeface="Aafia" pitchFamily="50" charset="0"/>
              </a:rPr>
              <a:t>RR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35C635-2A61-E220-D6E5-32F47585513F}"/>
              </a:ext>
            </a:extLst>
          </p:cNvPr>
          <p:cNvSpPr txBox="1"/>
          <p:nvPr/>
        </p:nvSpPr>
        <p:spPr>
          <a:xfrm>
            <a:off x="4444234" y="4616450"/>
            <a:ext cx="33035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ln w="19050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  <a:solidFill>
                  <a:srgbClr val="58FF37"/>
                </a:solidFill>
                <a:latin typeface="always  forever" pitchFamily="2" charset="0"/>
                <a:cs typeface="Libertinus Keyboard" pitchFamily="50" charset="-79"/>
              </a:rPr>
              <a:t>Python  Lib</a:t>
            </a:r>
            <a:endParaRPr lang="en-150" sz="8800" b="1" dirty="0"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  <a:solidFill>
                <a:srgbClr val="58FF37"/>
              </a:solidFill>
              <a:latin typeface="always  forever" pitchFamily="2" charset="0"/>
              <a:cs typeface="Libertinus Keyboard" pitchFamily="50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8894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A7F422-11B4-801C-3967-BC77A3C5E938}"/>
              </a:ext>
            </a:extLst>
          </p:cNvPr>
          <p:cNvSpPr/>
          <p:nvPr/>
        </p:nvSpPr>
        <p:spPr>
          <a:xfrm>
            <a:off x="4148185" y="3422272"/>
            <a:ext cx="1369714" cy="344274"/>
          </a:xfrm>
          <a:prstGeom prst="rect">
            <a:avLst/>
          </a:prstGeom>
          <a:solidFill>
            <a:srgbClr val="1A1F71"/>
          </a:solidFill>
          <a:ln w="3175"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solidFill>
                <a:srgbClr val="1A1F7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7BE717-C333-AA2E-AE01-211F68893DDE}"/>
              </a:ext>
            </a:extLst>
          </p:cNvPr>
          <p:cNvSpPr/>
          <p:nvPr/>
        </p:nvSpPr>
        <p:spPr>
          <a:xfrm>
            <a:off x="5440432" y="2981377"/>
            <a:ext cx="1369714" cy="344274"/>
          </a:xfrm>
          <a:prstGeom prst="rect">
            <a:avLst/>
          </a:prstGeom>
          <a:solidFill>
            <a:srgbClr val="1A1F71"/>
          </a:solidFill>
          <a:ln w="3175"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solidFill>
                <a:srgbClr val="1A1F7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EA294-0FAE-D6B7-F4F6-0E3492015699}"/>
              </a:ext>
            </a:extLst>
          </p:cNvPr>
          <p:cNvSpPr/>
          <p:nvPr/>
        </p:nvSpPr>
        <p:spPr>
          <a:xfrm>
            <a:off x="6732679" y="2540482"/>
            <a:ext cx="1369711" cy="344274"/>
          </a:xfrm>
          <a:prstGeom prst="rect">
            <a:avLst/>
          </a:prstGeom>
          <a:solidFill>
            <a:srgbClr val="FFD700"/>
          </a:solidFill>
          <a:ln w="3175"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A505D0-0167-DE42-F11E-1D8999064CCB}"/>
              </a:ext>
            </a:extLst>
          </p:cNvPr>
          <p:cNvSpPr txBox="1"/>
          <p:nvPr/>
        </p:nvSpPr>
        <p:spPr>
          <a:xfrm>
            <a:off x="4009489" y="3766546"/>
            <a:ext cx="4253087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38100">
              <a:bevelT w="38100" h="38100"/>
            </a:sp3d>
          </a:bodyPr>
          <a:lstStyle/>
          <a:p>
            <a:r>
              <a:rPr lang="en-US" sz="7200" dirty="0">
                <a:ln w="3175">
                  <a:noFill/>
                </a:ln>
                <a:solidFill>
                  <a:srgbClr val="1A1F71"/>
                </a:solidFill>
                <a:latin typeface="Aafia" pitchFamily="50" charset="0"/>
              </a:rPr>
              <a:t>LaDe</a:t>
            </a:r>
            <a:r>
              <a:rPr lang="en-US" sz="7200" dirty="0">
                <a:ln w="3175">
                  <a:noFill/>
                </a:ln>
                <a:solidFill>
                  <a:srgbClr val="FFD700"/>
                </a:solidFill>
                <a:latin typeface="Aafia" pitchFamily="50" charset="0"/>
              </a:rPr>
              <a:t>RR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35C635-2A61-E220-D6E5-32F47585513F}"/>
              </a:ext>
            </a:extLst>
          </p:cNvPr>
          <p:cNvSpPr txBox="1"/>
          <p:nvPr/>
        </p:nvSpPr>
        <p:spPr>
          <a:xfrm>
            <a:off x="6825504" y="3987710"/>
            <a:ext cx="2812272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RightUp"/>
              <a:lightRig rig="threePt" dir="t"/>
            </a:scene3d>
          </a:bodyPr>
          <a:lstStyle/>
          <a:p>
            <a:r>
              <a:rPr lang="en-US" sz="8000" b="1" dirty="0">
                <a:ln w="19050">
                  <a:noFill/>
                </a:ln>
                <a:solidFill>
                  <a:srgbClr val="FE02EC"/>
                </a:solidFill>
                <a:latin typeface="always  forever" pitchFamily="2" charset="0"/>
                <a:cs typeface="Libertinus Keyboard" pitchFamily="50" charset="-79"/>
              </a:rPr>
              <a:t>Python Lib</a:t>
            </a:r>
            <a:endParaRPr lang="en-150" sz="8000" b="1" dirty="0">
              <a:ln w="19050">
                <a:noFill/>
              </a:ln>
              <a:solidFill>
                <a:srgbClr val="FE02EC"/>
              </a:solidFill>
              <a:latin typeface="always  forever" pitchFamily="2" charset="0"/>
              <a:cs typeface="Libertinus Keyboard" pitchFamily="50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70659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A7F422-11B4-801C-3967-BC77A3C5E938}"/>
              </a:ext>
            </a:extLst>
          </p:cNvPr>
          <p:cNvSpPr/>
          <p:nvPr/>
        </p:nvSpPr>
        <p:spPr>
          <a:xfrm>
            <a:off x="4148185" y="3422272"/>
            <a:ext cx="1369714" cy="344274"/>
          </a:xfrm>
          <a:prstGeom prst="rect">
            <a:avLst/>
          </a:prstGeom>
          <a:solidFill>
            <a:srgbClr val="1A1F71"/>
          </a:solidFill>
          <a:ln w="3175"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solidFill>
                <a:srgbClr val="1A1F7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7BE717-C333-AA2E-AE01-211F68893DDE}"/>
              </a:ext>
            </a:extLst>
          </p:cNvPr>
          <p:cNvSpPr/>
          <p:nvPr/>
        </p:nvSpPr>
        <p:spPr>
          <a:xfrm>
            <a:off x="5440432" y="2981377"/>
            <a:ext cx="1369714" cy="344274"/>
          </a:xfrm>
          <a:prstGeom prst="rect">
            <a:avLst/>
          </a:prstGeom>
          <a:solidFill>
            <a:srgbClr val="1A1F71"/>
          </a:solidFill>
          <a:ln w="3175"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>
              <a:solidFill>
                <a:srgbClr val="1A1F7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EA294-0FAE-D6B7-F4F6-0E3492015699}"/>
              </a:ext>
            </a:extLst>
          </p:cNvPr>
          <p:cNvSpPr/>
          <p:nvPr/>
        </p:nvSpPr>
        <p:spPr>
          <a:xfrm>
            <a:off x="6732679" y="2540482"/>
            <a:ext cx="1369711" cy="344274"/>
          </a:xfrm>
          <a:prstGeom prst="rect">
            <a:avLst/>
          </a:prstGeom>
          <a:solidFill>
            <a:srgbClr val="FFD700"/>
          </a:solidFill>
          <a:ln w="3175"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A505D0-0167-DE42-F11E-1D8999064CCB}"/>
              </a:ext>
            </a:extLst>
          </p:cNvPr>
          <p:cNvSpPr txBox="1"/>
          <p:nvPr/>
        </p:nvSpPr>
        <p:spPr>
          <a:xfrm>
            <a:off x="4009489" y="3766546"/>
            <a:ext cx="4253087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38100">
              <a:bevelT w="38100" h="38100"/>
            </a:sp3d>
          </a:bodyPr>
          <a:lstStyle/>
          <a:p>
            <a:r>
              <a:rPr lang="en-US" sz="7200" dirty="0">
                <a:ln w="3175">
                  <a:noFill/>
                </a:ln>
                <a:solidFill>
                  <a:srgbClr val="1A1F71"/>
                </a:solidFill>
                <a:latin typeface="Aafia" pitchFamily="50" charset="0"/>
              </a:rPr>
              <a:t>LaDe</a:t>
            </a:r>
            <a:r>
              <a:rPr lang="en-US" sz="7200" dirty="0">
                <a:ln w="3175">
                  <a:noFill/>
                </a:ln>
                <a:solidFill>
                  <a:srgbClr val="FFD700"/>
                </a:solidFill>
                <a:latin typeface="Aafia" pitchFamily="50" charset="0"/>
              </a:rPr>
              <a:t>RR</a:t>
            </a:r>
          </a:p>
        </p:txBody>
      </p:sp>
    </p:spTree>
    <p:extLst>
      <p:ext uri="{BB962C8B-B14F-4D97-AF65-F5344CB8AC3E}">
        <p14:creationId xmlns:p14="http://schemas.microsoft.com/office/powerpoint/2010/main" val="1245543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A7F422-11B4-801C-3967-BC77A3C5E938}"/>
              </a:ext>
            </a:extLst>
          </p:cNvPr>
          <p:cNvSpPr/>
          <p:nvPr/>
        </p:nvSpPr>
        <p:spPr>
          <a:xfrm>
            <a:off x="4148185" y="3422272"/>
            <a:ext cx="1369714" cy="344274"/>
          </a:xfrm>
          <a:prstGeom prst="rect">
            <a:avLst/>
          </a:prstGeom>
          <a:solidFill>
            <a:srgbClr val="242A9C"/>
          </a:solidFill>
          <a:ln w="3175"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7BE717-C333-AA2E-AE01-211F68893DDE}"/>
              </a:ext>
            </a:extLst>
          </p:cNvPr>
          <p:cNvSpPr/>
          <p:nvPr/>
        </p:nvSpPr>
        <p:spPr>
          <a:xfrm>
            <a:off x="5440432" y="2981377"/>
            <a:ext cx="1369714" cy="344274"/>
          </a:xfrm>
          <a:prstGeom prst="rect">
            <a:avLst/>
          </a:prstGeom>
          <a:solidFill>
            <a:srgbClr val="242A9C"/>
          </a:solidFill>
          <a:ln w="3175"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EA294-0FAE-D6B7-F4F6-0E3492015699}"/>
              </a:ext>
            </a:extLst>
          </p:cNvPr>
          <p:cNvSpPr/>
          <p:nvPr/>
        </p:nvSpPr>
        <p:spPr>
          <a:xfrm>
            <a:off x="6732679" y="2540482"/>
            <a:ext cx="1369711" cy="344274"/>
          </a:xfrm>
          <a:prstGeom prst="rect">
            <a:avLst/>
          </a:prstGeom>
          <a:solidFill>
            <a:srgbClr val="E101D1"/>
          </a:solidFill>
          <a:ln w="3175"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A505D0-0167-DE42-F11E-1D8999064CCB}"/>
              </a:ext>
            </a:extLst>
          </p:cNvPr>
          <p:cNvSpPr txBox="1"/>
          <p:nvPr/>
        </p:nvSpPr>
        <p:spPr>
          <a:xfrm>
            <a:off x="4009489" y="3766546"/>
            <a:ext cx="4253087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38100">
              <a:bevelT w="38100" h="38100"/>
            </a:sp3d>
          </a:bodyPr>
          <a:lstStyle/>
          <a:p>
            <a:r>
              <a:rPr lang="en-US" sz="7200" dirty="0">
                <a:ln w="3175">
                  <a:noFill/>
                </a:ln>
                <a:solidFill>
                  <a:srgbClr val="242A9C"/>
                </a:solidFill>
                <a:latin typeface="Aafia" pitchFamily="50" charset="0"/>
              </a:rPr>
              <a:t>LaDe</a:t>
            </a:r>
            <a:r>
              <a:rPr lang="en-US" sz="7200" dirty="0">
                <a:ln w="3175">
                  <a:noFill/>
                </a:ln>
                <a:solidFill>
                  <a:srgbClr val="E101D1"/>
                </a:solidFill>
                <a:latin typeface="Aafia" pitchFamily="50" charset="0"/>
              </a:rPr>
              <a:t>RR</a:t>
            </a:r>
          </a:p>
        </p:txBody>
      </p:sp>
    </p:spTree>
    <p:extLst>
      <p:ext uri="{BB962C8B-B14F-4D97-AF65-F5344CB8AC3E}">
        <p14:creationId xmlns:p14="http://schemas.microsoft.com/office/powerpoint/2010/main" val="2087235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590A2DE-16F5-44B0-79F7-D9518568AB64}"/>
              </a:ext>
            </a:extLst>
          </p:cNvPr>
          <p:cNvGrpSpPr/>
          <p:nvPr/>
        </p:nvGrpSpPr>
        <p:grpSpPr>
          <a:xfrm>
            <a:off x="4519632" y="1987446"/>
            <a:ext cx="3917629" cy="1286108"/>
            <a:chOff x="4528506" y="1936845"/>
            <a:chExt cx="4483316" cy="1471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11E5DD6-E9CE-0E04-DAAC-92581C64AEF3}"/>
                </a:ext>
              </a:extLst>
            </p:cNvPr>
            <p:cNvSpPr/>
            <p:nvPr/>
          </p:nvSpPr>
          <p:spPr>
            <a:xfrm>
              <a:off x="4528506" y="3087086"/>
              <a:ext cx="1567494" cy="3215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E011A50-3FA0-A8E8-8DF5-1CBB2DF4C4FE}"/>
                </a:ext>
              </a:extLst>
            </p:cNvPr>
            <p:cNvSpPr/>
            <p:nvPr/>
          </p:nvSpPr>
          <p:spPr>
            <a:xfrm>
              <a:off x="5986419" y="2511965"/>
              <a:ext cx="1567494" cy="3215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B4BDD1-236D-438B-09EB-97CA895C3300}"/>
                </a:ext>
              </a:extLst>
            </p:cNvPr>
            <p:cNvSpPr/>
            <p:nvPr/>
          </p:nvSpPr>
          <p:spPr>
            <a:xfrm>
              <a:off x="7444331" y="1936845"/>
              <a:ext cx="1567491" cy="321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DF106CF-89D1-049C-3FD4-88578CB84BF1}"/>
              </a:ext>
            </a:extLst>
          </p:cNvPr>
          <p:cNvSpPr txBox="1"/>
          <p:nvPr/>
        </p:nvSpPr>
        <p:spPr>
          <a:xfrm>
            <a:off x="4344360" y="3273553"/>
            <a:ext cx="42530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156082"/>
                </a:solidFill>
                <a:latin typeface="Aafia" pitchFamily="50" charset="0"/>
              </a:rPr>
              <a:t>LaDe</a:t>
            </a:r>
            <a:r>
              <a:rPr lang="en-US" sz="7200" dirty="0">
                <a:solidFill>
                  <a:schemeClr val="accent2"/>
                </a:solidFill>
                <a:latin typeface="Aafia" pitchFamily="50" charset="0"/>
              </a:rPr>
              <a:t>RR</a:t>
            </a:r>
          </a:p>
        </p:txBody>
      </p:sp>
    </p:spTree>
    <p:extLst>
      <p:ext uri="{BB962C8B-B14F-4D97-AF65-F5344CB8AC3E}">
        <p14:creationId xmlns:p14="http://schemas.microsoft.com/office/powerpoint/2010/main" val="829168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11E5DD6-E9CE-0E04-DAAC-92581C64AEF3}"/>
              </a:ext>
            </a:extLst>
          </p:cNvPr>
          <p:cNvSpPr/>
          <p:nvPr/>
        </p:nvSpPr>
        <p:spPr>
          <a:xfrm>
            <a:off x="4483056" y="2869235"/>
            <a:ext cx="1369714" cy="3442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011A50-3FA0-A8E8-8DF5-1CBB2DF4C4FE}"/>
              </a:ext>
            </a:extLst>
          </p:cNvPr>
          <p:cNvSpPr/>
          <p:nvPr/>
        </p:nvSpPr>
        <p:spPr>
          <a:xfrm>
            <a:off x="5775303" y="2428340"/>
            <a:ext cx="1369714" cy="3442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4BDD1-236D-438B-09EB-97CA895C3300}"/>
              </a:ext>
            </a:extLst>
          </p:cNvPr>
          <p:cNvSpPr/>
          <p:nvPr/>
        </p:nvSpPr>
        <p:spPr>
          <a:xfrm>
            <a:off x="7067550" y="1987445"/>
            <a:ext cx="1369711" cy="344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F106CF-89D1-049C-3FD4-88578CB84BF1}"/>
              </a:ext>
            </a:extLst>
          </p:cNvPr>
          <p:cNvSpPr txBox="1"/>
          <p:nvPr/>
        </p:nvSpPr>
        <p:spPr>
          <a:xfrm>
            <a:off x="4344360" y="3213509"/>
            <a:ext cx="42530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156082"/>
                </a:solidFill>
                <a:latin typeface="Aafia" pitchFamily="50" charset="0"/>
              </a:rPr>
              <a:t>LaDe</a:t>
            </a:r>
            <a:r>
              <a:rPr lang="en-US" sz="7200" dirty="0">
                <a:solidFill>
                  <a:schemeClr val="accent2"/>
                </a:solidFill>
                <a:latin typeface="Aafia" pitchFamily="50" charset="0"/>
              </a:rPr>
              <a:t>RR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ECFECA-DA2A-9536-415C-4E43406CD3BB}"/>
              </a:ext>
            </a:extLst>
          </p:cNvPr>
          <p:cNvSpPr/>
          <p:nvPr/>
        </p:nvSpPr>
        <p:spPr>
          <a:xfrm>
            <a:off x="621240" y="1215144"/>
            <a:ext cx="1369714" cy="344274"/>
          </a:xfrm>
          <a:prstGeom prst="rect">
            <a:avLst/>
          </a:prstGeom>
          <a:solidFill>
            <a:srgbClr val="1A1F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254E2D-F790-3860-F5B3-F21908C0E908}"/>
              </a:ext>
            </a:extLst>
          </p:cNvPr>
          <p:cNvSpPr/>
          <p:nvPr/>
        </p:nvSpPr>
        <p:spPr>
          <a:xfrm>
            <a:off x="1913487" y="774249"/>
            <a:ext cx="1369714" cy="344274"/>
          </a:xfrm>
          <a:prstGeom prst="rect">
            <a:avLst/>
          </a:prstGeom>
          <a:solidFill>
            <a:srgbClr val="1A1F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552A5B-6ADE-7AAD-840D-E725D6080ED5}"/>
              </a:ext>
            </a:extLst>
          </p:cNvPr>
          <p:cNvSpPr/>
          <p:nvPr/>
        </p:nvSpPr>
        <p:spPr>
          <a:xfrm>
            <a:off x="3205734" y="333354"/>
            <a:ext cx="1369711" cy="344274"/>
          </a:xfrm>
          <a:prstGeom prst="rect">
            <a:avLst/>
          </a:prstGeom>
          <a:solidFill>
            <a:srgbClr val="E101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2D222-7ABF-6406-3CFF-BCDB43D0E6A2}"/>
              </a:ext>
            </a:extLst>
          </p:cNvPr>
          <p:cNvSpPr txBox="1"/>
          <p:nvPr/>
        </p:nvSpPr>
        <p:spPr>
          <a:xfrm>
            <a:off x="482544" y="1559418"/>
            <a:ext cx="42530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1A1F71"/>
                </a:solidFill>
                <a:latin typeface="Aafia" pitchFamily="50" charset="0"/>
              </a:rPr>
              <a:t>LaDe</a:t>
            </a:r>
            <a:r>
              <a:rPr lang="en-US" sz="7200" dirty="0">
                <a:solidFill>
                  <a:srgbClr val="E101D1"/>
                </a:solidFill>
                <a:latin typeface="Aafia" pitchFamily="50" charset="0"/>
              </a:rPr>
              <a:t>RR</a:t>
            </a:r>
          </a:p>
        </p:txBody>
      </p:sp>
    </p:spTree>
    <p:extLst>
      <p:ext uri="{BB962C8B-B14F-4D97-AF65-F5344CB8AC3E}">
        <p14:creationId xmlns:p14="http://schemas.microsoft.com/office/powerpoint/2010/main" val="2125070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590A2DE-16F5-44B0-79F7-D9518568AB64}"/>
              </a:ext>
            </a:extLst>
          </p:cNvPr>
          <p:cNvGrpSpPr/>
          <p:nvPr/>
        </p:nvGrpSpPr>
        <p:grpSpPr>
          <a:xfrm>
            <a:off x="4468368" y="1625169"/>
            <a:ext cx="3959748" cy="1566088"/>
            <a:chOff x="4468368" y="1563624"/>
            <a:chExt cx="4531517" cy="17922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11E5DD6-E9CE-0E04-DAAC-92581C64AEF3}"/>
                </a:ext>
              </a:extLst>
            </p:cNvPr>
            <p:cNvSpPr/>
            <p:nvPr/>
          </p:nvSpPr>
          <p:spPr>
            <a:xfrm>
              <a:off x="4468368" y="2990088"/>
              <a:ext cx="1627632" cy="365760"/>
            </a:xfrm>
            <a:prstGeom prst="rect">
              <a:avLst/>
            </a:prstGeom>
            <a:solidFill>
              <a:srgbClr val="1A1F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E011A50-3FA0-A8E8-8DF5-1CBB2DF4C4FE}"/>
                </a:ext>
              </a:extLst>
            </p:cNvPr>
            <p:cNvSpPr/>
            <p:nvPr/>
          </p:nvSpPr>
          <p:spPr>
            <a:xfrm>
              <a:off x="5920312" y="2276856"/>
              <a:ext cx="1627632" cy="365760"/>
            </a:xfrm>
            <a:prstGeom prst="rect">
              <a:avLst/>
            </a:prstGeom>
            <a:solidFill>
              <a:srgbClr val="1A1F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B4BDD1-236D-438B-09EB-97CA895C3300}"/>
                </a:ext>
              </a:extLst>
            </p:cNvPr>
            <p:cNvSpPr/>
            <p:nvPr/>
          </p:nvSpPr>
          <p:spPr>
            <a:xfrm>
              <a:off x="7372256" y="1563624"/>
              <a:ext cx="1627629" cy="365760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DF106CF-89D1-049C-3FD4-88578CB84BF1}"/>
              </a:ext>
            </a:extLst>
          </p:cNvPr>
          <p:cNvSpPr txBox="1"/>
          <p:nvPr/>
        </p:nvSpPr>
        <p:spPr>
          <a:xfrm>
            <a:off x="4344360" y="3218689"/>
            <a:ext cx="42530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1A1F71"/>
                </a:solidFill>
                <a:latin typeface="Aafia" pitchFamily="50" charset="0"/>
              </a:rPr>
              <a:t>LaDe</a:t>
            </a:r>
            <a:r>
              <a:rPr lang="en-US" sz="7200" dirty="0">
                <a:solidFill>
                  <a:srgbClr val="FF6F00"/>
                </a:solidFill>
                <a:latin typeface="Aafia" pitchFamily="50" charset="0"/>
              </a:rPr>
              <a:t>RR</a:t>
            </a:r>
          </a:p>
        </p:txBody>
      </p:sp>
    </p:spTree>
    <p:extLst>
      <p:ext uri="{BB962C8B-B14F-4D97-AF65-F5344CB8AC3E}">
        <p14:creationId xmlns:p14="http://schemas.microsoft.com/office/powerpoint/2010/main" val="3677000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590A2DE-16F5-44B0-79F7-D9518568AB64}"/>
              </a:ext>
            </a:extLst>
          </p:cNvPr>
          <p:cNvGrpSpPr/>
          <p:nvPr/>
        </p:nvGrpSpPr>
        <p:grpSpPr>
          <a:xfrm>
            <a:off x="4468368" y="1625169"/>
            <a:ext cx="3959748" cy="1566088"/>
            <a:chOff x="4468368" y="1563624"/>
            <a:chExt cx="4531517" cy="17922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11E5DD6-E9CE-0E04-DAAC-92581C64AEF3}"/>
                </a:ext>
              </a:extLst>
            </p:cNvPr>
            <p:cNvSpPr/>
            <p:nvPr/>
          </p:nvSpPr>
          <p:spPr>
            <a:xfrm>
              <a:off x="4468368" y="2990088"/>
              <a:ext cx="1627632" cy="365760"/>
            </a:xfrm>
            <a:prstGeom prst="rect">
              <a:avLst/>
            </a:prstGeom>
            <a:solidFill>
              <a:srgbClr val="1A1F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E011A50-3FA0-A8E8-8DF5-1CBB2DF4C4FE}"/>
                </a:ext>
              </a:extLst>
            </p:cNvPr>
            <p:cNvSpPr/>
            <p:nvPr/>
          </p:nvSpPr>
          <p:spPr>
            <a:xfrm>
              <a:off x="5920312" y="2276856"/>
              <a:ext cx="1627632" cy="365760"/>
            </a:xfrm>
            <a:prstGeom prst="rect">
              <a:avLst/>
            </a:prstGeom>
            <a:solidFill>
              <a:srgbClr val="1A1F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B4BDD1-236D-438B-09EB-97CA895C3300}"/>
                </a:ext>
              </a:extLst>
            </p:cNvPr>
            <p:cNvSpPr/>
            <p:nvPr/>
          </p:nvSpPr>
          <p:spPr>
            <a:xfrm>
              <a:off x="7372256" y="1563624"/>
              <a:ext cx="1627629" cy="365760"/>
            </a:xfrm>
            <a:prstGeom prst="rect">
              <a:avLst/>
            </a:prstGeom>
            <a:solidFill>
              <a:srgbClr val="FF6F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DF106CF-89D1-049C-3FD4-88578CB84BF1}"/>
              </a:ext>
            </a:extLst>
          </p:cNvPr>
          <p:cNvSpPr txBox="1"/>
          <p:nvPr/>
        </p:nvSpPr>
        <p:spPr>
          <a:xfrm>
            <a:off x="4344360" y="3218689"/>
            <a:ext cx="42530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1A1F71"/>
                </a:solidFill>
                <a:latin typeface="Aafia" pitchFamily="50" charset="0"/>
              </a:rPr>
              <a:t>LaDe</a:t>
            </a:r>
            <a:r>
              <a:rPr lang="en-US" sz="7200" dirty="0">
                <a:solidFill>
                  <a:srgbClr val="FF6F61"/>
                </a:solidFill>
                <a:latin typeface="Aafia" pitchFamily="50" charset="0"/>
              </a:rPr>
              <a:t>RR</a:t>
            </a:r>
          </a:p>
        </p:txBody>
      </p:sp>
    </p:spTree>
    <p:extLst>
      <p:ext uri="{BB962C8B-B14F-4D97-AF65-F5344CB8AC3E}">
        <p14:creationId xmlns:p14="http://schemas.microsoft.com/office/powerpoint/2010/main" val="2663385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590A2DE-16F5-44B0-79F7-D9518568AB64}"/>
              </a:ext>
            </a:extLst>
          </p:cNvPr>
          <p:cNvGrpSpPr/>
          <p:nvPr/>
        </p:nvGrpSpPr>
        <p:grpSpPr>
          <a:xfrm>
            <a:off x="4468368" y="1625169"/>
            <a:ext cx="3959748" cy="1566088"/>
            <a:chOff x="4468368" y="1563624"/>
            <a:chExt cx="4531517" cy="17922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11E5DD6-E9CE-0E04-DAAC-92581C64AEF3}"/>
                </a:ext>
              </a:extLst>
            </p:cNvPr>
            <p:cNvSpPr/>
            <p:nvPr/>
          </p:nvSpPr>
          <p:spPr>
            <a:xfrm>
              <a:off x="4468368" y="2990088"/>
              <a:ext cx="1627632" cy="365760"/>
            </a:xfrm>
            <a:prstGeom prst="rect">
              <a:avLst/>
            </a:prstGeom>
            <a:solidFill>
              <a:srgbClr val="1A1F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E011A50-3FA0-A8E8-8DF5-1CBB2DF4C4FE}"/>
                </a:ext>
              </a:extLst>
            </p:cNvPr>
            <p:cNvSpPr/>
            <p:nvPr/>
          </p:nvSpPr>
          <p:spPr>
            <a:xfrm>
              <a:off x="5920312" y="2276856"/>
              <a:ext cx="1627632" cy="365760"/>
            </a:xfrm>
            <a:prstGeom prst="rect">
              <a:avLst/>
            </a:prstGeom>
            <a:solidFill>
              <a:srgbClr val="1A1F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B4BDD1-236D-438B-09EB-97CA895C3300}"/>
                </a:ext>
              </a:extLst>
            </p:cNvPr>
            <p:cNvSpPr/>
            <p:nvPr/>
          </p:nvSpPr>
          <p:spPr>
            <a:xfrm>
              <a:off x="7372256" y="1563624"/>
              <a:ext cx="1627629" cy="365760"/>
            </a:xfrm>
            <a:prstGeom prst="rect">
              <a:avLst/>
            </a:prstGeom>
            <a:solidFill>
              <a:srgbClr val="FFD7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DF106CF-89D1-049C-3FD4-88578CB84BF1}"/>
              </a:ext>
            </a:extLst>
          </p:cNvPr>
          <p:cNvSpPr txBox="1"/>
          <p:nvPr/>
        </p:nvSpPr>
        <p:spPr>
          <a:xfrm>
            <a:off x="4344360" y="3218689"/>
            <a:ext cx="42530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1A1F71"/>
                </a:solidFill>
                <a:latin typeface="Aafia" pitchFamily="50" charset="0"/>
              </a:rPr>
              <a:t>LaDe</a:t>
            </a:r>
            <a:r>
              <a:rPr lang="en-US" sz="7200" dirty="0">
                <a:solidFill>
                  <a:srgbClr val="FFD700"/>
                </a:solidFill>
                <a:latin typeface="Aafia" pitchFamily="50" charset="0"/>
              </a:rPr>
              <a:t>RR</a:t>
            </a:r>
          </a:p>
        </p:txBody>
      </p:sp>
    </p:spTree>
    <p:extLst>
      <p:ext uri="{BB962C8B-B14F-4D97-AF65-F5344CB8AC3E}">
        <p14:creationId xmlns:p14="http://schemas.microsoft.com/office/powerpoint/2010/main" val="3601117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0F5C2-1667-002A-E2D2-F9AA352CE0C5}"/>
              </a:ext>
            </a:extLst>
          </p:cNvPr>
          <p:cNvGrpSpPr/>
          <p:nvPr/>
        </p:nvGrpSpPr>
        <p:grpSpPr>
          <a:xfrm>
            <a:off x="4468368" y="1625169"/>
            <a:ext cx="3959748" cy="1566088"/>
            <a:chOff x="4468368" y="1652601"/>
            <a:chExt cx="3959748" cy="15660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11E5DD6-E9CE-0E04-DAAC-92581C64AEF3}"/>
                </a:ext>
              </a:extLst>
            </p:cNvPr>
            <p:cNvSpPr/>
            <p:nvPr/>
          </p:nvSpPr>
          <p:spPr>
            <a:xfrm>
              <a:off x="4468368" y="2899079"/>
              <a:ext cx="1422264" cy="31961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E011A50-3FA0-A8E8-8DF5-1CBB2DF4C4FE}"/>
                </a:ext>
              </a:extLst>
            </p:cNvPr>
            <p:cNvSpPr/>
            <p:nvPr/>
          </p:nvSpPr>
          <p:spPr>
            <a:xfrm>
              <a:off x="5737111" y="2275840"/>
              <a:ext cx="1422264" cy="31961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B4BDD1-236D-438B-09EB-97CA895C3300}"/>
                </a:ext>
              </a:extLst>
            </p:cNvPr>
            <p:cNvSpPr/>
            <p:nvPr/>
          </p:nvSpPr>
          <p:spPr>
            <a:xfrm>
              <a:off x="7005855" y="1652601"/>
              <a:ext cx="1422261" cy="319610"/>
            </a:xfrm>
            <a:prstGeom prst="rect">
              <a:avLst/>
            </a:prstGeom>
            <a:solidFill>
              <a:srgbClr val="58FF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>
                <a:solidFill>
                  <a:srgbClr val="58FF37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DF106CF-89D1-049C-3FD4-88578CB84BF1}"/>
              </a:ext>
            </a:extLst>
          </p:cNvPr>
          <p:cNvSpPr txBox="1"/>
          <p:nvPr/>
        </p:nvSpPr>
        <p:spPr>
          <a:xfrm>
            <a:off x="4344360" y="3218689"/>
            <a:ext cx="42530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Aafia" pitchFamily="50" charset="0"/>
              </a:rPr>
              <a:t>LaDe</a:t>
            </a:r>
            <a:r>
              <a:rPr lang="en-US" sz="7200" dirty="0">
                <a:solidFill>
                  <a:srgbClr val="58FF37"/>
                </a:solidFill>
                <a:latin typeface="Aafia" pitchFamily="50" charset="0"/>
              </a:rPr>
              <a:t>RR</a:t>
            </a:r>
          </a:p>
        </p:txBody>
      </p:sp>
    </p:spTree>
    <p:extLst>
      <p:ext uri="{BB962C8B-B14F-4D97-AF65-F5344CB8AC3E}">
        <p14:creationId xmlns:p14="http://schemas.microsoft.com/office/powerpoint/2010/main" val="1298690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1768</TotalTime>
  <Words>23</Words>
  <Application>Microsoft Office PowerPoint</Application>
  <PresentationFormat>Widescreen</PresentationFormat>
  <Paragraphs>20</Paragraphs>
  <Slides>14</Slides>
  <Notes>0</Notes>
  <HiddenSlides>12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Aafia</vt:lpstr>
      <vt:lpstr>always  forever</vt:lpstr>
      <vt:lpstr>Aptos</vt:lpstr>
      <vt:lpstr>Aptos Display</vt:lpstr>
      <vt:lpstr>Arial</vt:lpstr>
      <vt:lpstr>Engravers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Twente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Favato Barcelos, Pedro Paulo (UT-EEMCS)</dc:creator>
  <cp:lastModifiedBy>Favato Barcelos, Pedro Paulo (UT-EEMCS)</cp:lastModifiedBy>
  <cp:revision>17</cp:revision>
  <dcterms:created xsi:type="dcterms:W3CDTF">2024-08-17T07:41:34Z</dcterms:created>
  <dcterms:modified xsi:type="dcterms:W3CDTF">2025-03-12T23:06:44Z</dcterms:modified>
</cp:coreProperties>
</file>
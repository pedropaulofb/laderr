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91" r:id="rId2"/>
    <p:sldId id="293" r:id="rId3"/>
    <p:sldId id="286" r:id="rId4"/>
    <p:sldId id="288" r:id="rId5"/>
    <p:sldId id="289" r:id="rId6"/>
    <p:sldId id="287" r:id="rId7"/>
    <p:sldId id="278" r:id="rId8"/>
    <p:sldId id="285" r:id="rId9"/>
    <p:sldId id="281" r:id="rId10"/>
    <p:sldId id="283" r:id="rId11"/>
    <p:sldId id="284" r:id="rId12"/>
    <p:sldId id="280" r:id="rId13"/>
    <p:sldId id="294" r:id="rId14"/>
  </p:sldIdLst>
  <p:sldSz cx="12192000" cy="6858000"/>
  <p:notesSz cx="6858000" cy="9144000"/>
  <p:defaultTextStyle>
    <a:defPPr>
      <a:defRPr lang="en-150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pos="6743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6" pos="687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258F"/>
    <a:srgbClr val="B92DAF"/>
    <a:srgbClr val="E101D1"/>
    <a:srgbClr val="58FF37"/>
    <a:srgbClr val="FE02EC"/>
    <a:srgbClr val="FFD700"/>
    <a:srgbClr val="1A1F71"/>
    <a:srgbClr val="242A9C"/>
    <a:srgbClr val="FF6F61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8"/>
      </p:cViewPr>
      <p:guideLst>
        <p:guide pos="6743"/>
        <p:guide pos="3840"/>
        <p:guide pos="687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0890D7-75A3-4AFD-AFCE-7BC66DB681C5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15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36E6F-2982-4106-AD26-5669FCE18877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987160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1FC83-C0BF-D537-C368-9AEB312DEE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D66FA5-2649-593D-EF4B-108E1C170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F7C01-A857-9F8D-13E0-0DDDEFEC1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EDB16C-84BF-F3D0-35DE-43385B03D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D681C-E08C-AC05-AD72-0A4725F98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38591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B280C-4E5E-1E10-42B0-643F01FBA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9A15C-3CBF-01C1-4A02-E415EEECB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53672-E38E-04AD-79B8-18ABA5E5D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B8D1C-241A-05B8-F1F6-7F1ED1FA8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671CA-EB57-AC60-B6C0-2AEE6B29F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079229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1EA5F-B88B-ABC0-25A9-73E734E3D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530A0F-5197-3D72-FAC0-0997B0C20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FA666-4814-6623-EB8D-A70D010E3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A7625-E97B-040C-42B5-3CE6B2A73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950079-5D1B-8AD9-5EF5-85A8D436D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778158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F5C0B-6753-3BDC-8E0B-13D78D091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A3DFD-BFF3-BA71-0B46-B9F5D43490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6B556D-04D2-1610-E3B4-024929F3DC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E693B5-42FA-B87A-5DA1-7739EAE72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A32EE-CA37-5DE5-BED5-595A1F8E7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86718-76D1-7762-8BA0-CBACA9913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83749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CAA9D-6F40-EF8D-84FE-FC3713B6B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539E1-060A-C367-9CF0-D30FB104B2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5D0125-D606-4116-7B63-F1C3FE918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C444A4-D303-4207-16BF-8F377EA52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707EAD-9A27-49C0-4F65-B21E0B56C5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405F40-FC13-3C0D-4EED-7AA21DFB0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9DB5DA-16EC-4130-A2D7-39BB292A2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209B5A-803C-43CA-86BD-C357BE9D9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55083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43713-025A-B8B2-DA12-80549380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AB2D1B-36A9-AD7F-69F5-51DA736A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E2D27-F6C7-190A-50FE-4F566D2BC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B72F97-75CF-282B-2664-BBA99A102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179550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64B81A-175C-7D08-7425-945438851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24178-7629-35D4-16A5-73DA382E8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6D021-2404-76C6-ABB1-F2641A079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693995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8DD73-5715-BAB5-41D2-2816F7E1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1D99E-C80F-8017-6243-4FC3D1A54D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FDBE8-66EE-7AFB-DFB2-385D32415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0E90B-4B75-3779-1C35-F472E6012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121DF3-7A2D-228D-0CB3-FC9C5ADA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449F49-8A22-3F7F-E3B0-BAB5A682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04037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E40FA-0B1C-5277-EBC5-C79C2DD55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08875D-1D6F-EE95-AF83-580A2B7328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09AC2-6265-4E06-83F9-68E27B6B9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AF505-C552-D55E-49CB-264A137B1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40A790-A198-422C-A0ED-2BCC70871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D8F64C-9F2A-DC68-28DD-E9F04D770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976065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2D0D0-F418-9F4C-9C35-316983AC3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4F83A5-817F-9F16-4B53-306EECB52F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BF8CA-0F12-4F6F-2504-1ED89EC88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110E0-35B3-2D70-9946-5606D78B2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075B2-413A-7EBE-2137-FAA6CED42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490551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F65788-7878-C6F7-AB13-AEBFE795B0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F033F-56EB-30EF-76C2-E2860BE3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0128D-4EB9-45E4-477F-C1F417E5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FC699-E0B4-972B-F144-F21B7AE47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0DF5B-8F79-CE69-81D5-A0079F11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019988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2FEB75-F892-BB69-E214-89092926B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76CD8-2DEB-0123-51B0-9B2424857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BD0AD-FA62-9372-635E-F27012010C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A7BB66-1ADB-47C6-8EE2-F72BFA79F05A}" type="datetimeFigureOut">
              <a:rPr lang="en-150" smtClean="0"/>
              <a:t>12/03/2025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96246-2F38-B95C-4D4E-5F59E4331F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7A78B-CB45-74FE-5BB0-A6AA8844A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03406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150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90007B-A357-4B57-78A4-232E36564773}"/>
              </a:ext>
            </a:extLst>
          </p:cNvPr>
          <p:cNvSpPr/>
          <p:nvPr/>
        </p:nvSpPr>
        <p:spPr>
          <a:xfrm>
            <a:off x="360772" y="1092500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CA1E21-6188-91EC-55DD-AFA17BF25096}"/>
              </a:ext>
            </a:extLst>
          </p:cNvPr>
          <p:cNvSpPr/>
          <p:nvPr/>
        </p:nvSpPr>
        <p:spPr>
          <a:xfrm>
            <a:off x="1653019" y="651605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A5CC92-0E8C-3A05-9D13-FC9809C34F46}"/>
              </a:ext>
            </a:extLst>
          </p:cNvPr>
          <p:cNvSpPr/>
          <p:nvPr/>
        </p:nvSpPr>
        <p:spPr>
          <a:xfrm>
            <a:off x="2945266" y="210710"/>
            <a:ext cx="1369711" cy="344274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215508-3A0A-1CE0-992D-C9436CF87A12}"/>
              </a:ext>
            </a:extLst>
          </p:cNvPr>
          <p:cNvSpPr txBox="1"/>
          <p:nvPr/>
        </p:nvSpPr>
        <p:spPr>
          <a:xfrm>
            <a:off x="222076" y="1436774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AC2087-984E-8361-8AA7-5069B4A7EBA9}"/>
              </a:ext>
            </a:extLst>
          </p:cNvPr>
          <p:cNvSpPr/>
          <p:nvPr/>
        </p:nvSpPr>
        <p:spPr>
          <a:xfrm>
            <a:off x="4631035" y="3406209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59E804-2126-BFC0-656D-64639999D240}"/>
              </a:ext>
            </a:extLst>
          </p:cNvPr>
          <p:cNvSpPr/>
          <p:nvPr/>
        </p:nvSpPr>
        <p:spPr>
          <a:xfrm>
            <a:off x="5923282" y="2965314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8D17EA-7F47-76FE-D657-BC3E63D2D725}"/>
              </a:ext>
            </a:extLst>
          </p:cNvPr>
          <p:cNvSpPr/>
          <p:nvPr/>
        </p:nvSpPr>
        <p:spPr>
          <a:xfrm>
            <a:off x="7215529" y="2524419"/>
            <a:ext cx="1369711" cy="344274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F7D246-09BA-86BB-511B-13F366C83E28}"/>
              </a:ext>
            </a:extLst>
          </p:cNvPr>
          <p:cNvSpPr txBox="1"/>
          <p:nvPr/>
        </p:nvSpPr>
        <p:spPr>
          <a:xfrm>
            <a:off x="4492339" y="3750483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49C8A-697E-66B4-489E-AA7D4C7F18F2}"/>
              </a:ext>
            </a:extLst>
          </p:cNvPr>
          <p:cNvSpPr txBox="1"/>
          <p:nvPr/>
        </p:nvSpPr>
        <p:spPr>
          <a:xfrm>
            <a:off x="7215529" y="4024736"/>
            <a:ext cx="2812272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RightUp"/>
              <a:lightRig rig="threePt" dir="t"/>
            </a:scene3d>
          </a:bodyPr>
          <a:lstStyle/>
          <a:p>
            <a:r>
              <a:rPr lang="en-US" sz="8000" b="1" dirty="0">
                <a:ln w="19050">
                  <a:noFill/>
                </a:ln>
                <a:solidFill>
                  <a:srgbClr val="FE02EC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always  forever" pitchFamily="2" charset="0"/>
                <a:cs typeface="Libertinus Keyboard" pitchFamily="50" charset="-79"/>
              </a:rPr>
              <a:t>Python Lib</a:t>
            </a:r>
            <a:endParaRPr lang="en-150" sz="8000" b="1" dirty="0">
              <a:ln w="19050">
                <a:noFill/>
              </a:ln>
              <a:solidFill>
                <a:srgbClr val="FE02EC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648620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04611-22B7-C897-FE07-3BC9A8278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E841810-4848-ED1E-1246-A0F736CB5297}"/>
              </a:ext>
            </a:extLst>
          </p:cNvPr>
          <p:cNvSpPr/>
          <p:nvPr/>
        </p:nvSpPr>
        <p:spPr>
          <a:xfrm>
            <a:off x="6734175" y="2816191"/>
            <a:ext cx="1223963" cy="149432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7E3C51-792E-71C4-3609-9989C2BF0F77}"/>
              </a:ext>
            </a:extLst>
          </p:cNvPr>
          <p:cNvSpPr/>
          <p:nvPr/>
        </p:nvSpPr>
        <p:spPr>
          <a:xfrm>
            <a:off x="7958138" y="2659139"/>
            <a:ext cx="1368425" cy="149432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72054A-4C5B-7E2D-91D3-4A22A50AFE79}"/>
              </a:ext>
            </a:extLst>
          </p:cNvPr>
          <p:cNvSpPr/>
          <p:nvPr/>
        </p:nvSpPr>
        <p:spPr>
          <a:xfrm>
            <a:off x="9326564" y="2502087"/>
            <a:ext cx="1377950" cy="149432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D28326-DFEC-DA4A-7F24-5593A0F2707D}"/>
              </a:ext>
            </a:extLst>
          </p:cNvPr>
          <p:cNvSpPr txBox="1"/>
          <p:nvPr/>
        </p:nvSpPr>
        <p:spPr>
          <a:xfrm>
            <a:off x="6606889" y="2855133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ECF1B9-269C-2F29-E619-FC104AAEEE14}"/>
              </a:ext>
            </a:extLst>
          </p:cNvPr>
          <p:cNvSpPr txBox="1"/>
          <p:nvPr/>
        </p:nvSpPr>
        <p:spPr>
          <a:xfrm>
            <a:off x="6713538" y="3578479"/>
            <a:ext cx="4411662" cy="830997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wrap="square" lIns="0" tIns="0" rIns="0" bIns="0" rtlCol="0">
            <a:spAutoFit/>
          </a:bodyPr>
          <a:lstStyle/>
          <a:p>
            <a:pPr algn="just"/>
            <a:r>
              <a:rPr lang="en-US" sz="5400" b="1" spc="780" dirty="0">
                <a:solidFill>
                  <a:srgbClr val="97258F"/>
                </a:solidFill>
                <a:latin typeface="Engravers MT" panose="02090707080505020304" pitchFamily="18" charset="0"/>
              </a:rPr>
              <a:t>Engine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A38074-ED14-FB0B-081A-0AEAA26EC8BE}"/>
              </a:ext>
            </a:extLst>
          </p:cNvPr>
          <p:cNvGrpSpPr/>
          <p:nvPr/>
        </p:nvGrpSpPr>
        <p:grpSpPr>
          <a:xfrm>
            <a:off x="769938" y="583285"/>
            <a:ext cx="4253087" cy="1553375"/>
            <a:chOff x="587089" y="854262"/>
            <a:chExt cx="4253087" cy="155337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83C051B-A39B-AC04-76B0-DC200FAC2D8B}"/>
                </a:ext>
              </a:extLst>
            </p:cNvPr>
            <p:cNvSpPr/>
            <p:nvPr/>
          </p:nvSpPr>
          <p:spPr>
            <a:xfrm>
              <a:off x="714375" y="1168366"/>
              <a:ext cx="1223963" cy="149432"/>
            </a:xfrm>
            <a:prstGeom prst="rect">
              <a:avLst/>
            </a:prstGeom>
            <a:solidFill>
              <a:srgbClr val="1A1F71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A100315-569F-0257-8A1C-6DABADA772E4}"/>
                </a:ext>
              </a:extLst>
            </p:cNvPr>
            <p:cNvSpPr/>
            <p:nvPr/>
          </p:nvSpPr>
          <p:spPr>
            <a:xfrm>
              <a:off x="1938338" y="1011314"/>
              <a:ext cx="1368425" cy="149432"/>
            </a:xfrm>
            <a:prstGeom prst="rect">
              <a:avLst/>
            </a:prstGeom>
            <a:solidFill>
              <a:srgbClr val="1A1F71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B32A31A-FE84-27AE-9FA5-BD93B1A599A0}"/>
                </a:ext>
              </a:extLst>
            </p:cNvPr>
            <p:cNvSpPr/>
            <p:nvPr/>
          </p:nvSpPr>
          <p:spPr>
            <a:xfrm>
              <a:off x="3306764" y="854262"/>
              <a:ext cx="1377950" cy="149432"/>
            </a:xfrm>
            <a:prstGeom prst="rect">
              <a:avLst/>
            </a:prstGeom>
            <a:gradFill flip="none" rotWithShape="1">
              <a:gsLst>
                <a:gs pos="0">
                  <a:srgbClr val="FFD700"/>
                </a:gs>
                <a:gs pos="78000">
                  <a:srgbClr val="FFD700"/>
                </a:gs>
                <a:gs pos="100000">
                  <a:schemeClr val="bg1"/>
                </a:gs>
              </a:gsLst>
              <a:lin ang="18900000" scaled="1"/>
              <a:tileRect/>
            </a:gra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2F225EA-5826-AB82-F3AE-714C3CD68F5D}"/>
                </a:ext>
              </a:extLst>
            </p:cNvPr>
            <p:cNvSpPr txBox="1"/>
            <p:nvPr/>
          </p:nvSpPr>
          <p:spPr>
            <a:xfrm>
              <a:off x="587089" y="1207308"/>
              <a:ext cx="4253087" cy="1200329"/>
            </a:xfrm>
            <a:prstGeom prst="rect">
              <a:avLst/>
            </a:prstGeom>
            <a:noFill/>
            <a:ln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txBody>
            <a:bodyPr wrap="none" rtlCol="0">
              <a:spAutoFit/>
              <a:sp3d extrusionH="38100">
                <a:bevelT w="38100" h="38100"/>
              </a:sp3d>
            </a:bodyPr>
            <a:lstStyle/>
            <a:p>
              <a:r>
                <a:rPr lang="en-US" sz="7200" dirty="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  <a:latin typeface="Aafia" pitchFamily="50" charset="0"/>
                </a:rPr>
                <a:t>LaDe</a:t>
              </a:r>
              <a:r>
                <a:rPr lang="en-US" sz="7200" dirty="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gradFill flip="none" rotWithShape="1">
                    <a:gsLst>
                      <a:gs pos="80000">
                        <a:srgbClr val="FFD700"/>
                      </a:gs>
                      <a:gs pos="0">
                        <a:srgbClr val="FFD700"/>
                      </a:gs>
                      <a:gs pos="100000">
                        <a:schemeClr val="bg1"/>
                      </a:gs>
                    </a:gsLst>
                    <a:lin ang="18900000" scaled="1"/>
                    <a:tileRect/>
                  </a:gradFill>
                  <a:latin typeface="Aafia" pitchFamily="50" charset="0"/>
                </a:rPr>
                <a:t>RR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2158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E101D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42A9C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5C635-2A61-E220-D6E5-32F47585513F}"/>
              </a:ext>
            </a:extLst>
          </p:cNvPr>
          <p:cNvSpPr txBox="1"/>
          <p:nvPr/>
        </p:nvSpPr>
        <p:spPr>
          <a:xfrm>
            <a:off x="4444234" y="4616450"/>
            <a:ext cx="330353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ln w="19050">
                  <a:solidFill>
                    <a:schemeClr val="accent3">
                      <a:lumMod val="60000"/>
                      <a:lumOff val="40000"/>
                    </a:schemeClr>
                  </a:solidFill>
                </a:ln>
                <a:solidFill>
                  <a:srgbClr val="58FF37"/>
                </a:solidFill>
                <a:latin typeface="always  forever" pitchFamily="2" charset="0"/>
                <a:cs typeface="Libertinus Keyboard" pitchFamily="50" charset="-79"/>
              </a:rPr>
              <a:t>Python  Lib</a:t>
            </a:r>
            <a:endParaRPr lang="en-150" sz="8800" b="1" dirty="0">
              <a:ln w="19050">
                <a:solidFill>
                  <a:schemeClr val="accent3">
                    <a:lumMod val="60000"/>
                    <a:lumOff val="40000"/>
                  </a:schemeClr>
                </a:solidFill>
              </a:ln>
              <a:solidFill>
                <a:srgbClr val="58FF37"/>
              </a:solidFill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988947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FFD700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5C635-2A61-E220-D6E5-32F47585513F}"/>
              </a:ext>
            </a:extLst>
          </p:cNvPr>
          <p:cNvSpPr txBox="1"/>
          <p:nvPr/>
        </p:nvSpPr>
        <p:spPr>
          <a:xfrm>
            <a:off x="6825504" y="3987710"/>
            <a:ext cx="2812272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RightUp"/>
              <a:lightRig rig="threePt" dir="t"/>
            </a:scene3d>
          </a:bodyPr>
          <a:lstStyle/>
          <a:p>
            <a:r>
              <a:rPr lang="en-US" sz="8000" b="1" dirty="0">
                <a:ln w="19050">
                  <a:noFill/>
                </a:ln>
                <a:solidFill>
                  <a:srgbClr val="FE02EC"/>
                </a:solidFill>
                <a:latin typeface="always  forever" pitchFamily="2" charset="0"/>
                <a:cs typeface="Libertinus Keyboard" pitchFamily="50" charset="-79"/>
              </a:rPr>
              <a:t>Python Lib</a:t>
            </a:r>
            <a:endParaRPr lang="en-150" sz="8000" b="1" dirty="0">
              <a:ln w="19050">
                <a:noFill/>
              </a:ln>
              <a:solidFill>
                <a:srgbClr val="FE02EC"/>
              </a:solidFill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070659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FFD700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1245543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E101D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42A9C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087235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519632" y="1987446"/>
            <a:ext cx="3917629" cy="1286108"/>
            <a:chOff x="4528506" y="1936845"/>
            <a:chExt cx="4483316" cy="147181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528506" y="3087086"/>
              <a:ext cx="1567494" cy="3215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86419" y="2511965"/>
              <a:ext cx="1567494" cy="3215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444331" y="1936845"/>
              <a:ext cx="1567491" cy="321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73553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56082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chemeClr val="accent2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829168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11E5DD6-E9CE-0E04-DAAC-92581C64AEF3}"/>
              </a:ext>
            </a:extLst>
          </p:cNvPr>
          <p:cNvSpPr/>
          <p:nvPr/>
        </p:nvSpPr>
        <p:spPr>
          <a:xfrm>
            <a:off x="4483056" y="2869235"/>
            <a:ext cx="1369714" cy="3442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011A50-3FA0-A8E8-8DF5-1CBB2DF4C4FE}"/>
              </a:ext>
            </a:extLst>
          </p:cNvPr>
          <p:cNvSpPr/>
          <p:nvPr/>
        </p:nvSpPr>
        <p:spPr>
          <a:xfrm>
            <a:off x="5775303" y="2428340"/>
            <a:ext cx="1369714" cy="3442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B4BDD1-236D-438B-09EB-97CA895C3300}"/>
              </a:ext>
            </a:extLst>
          </p:cNvPr>
          <p:cNvSpPr/>
          <p:nvPr/>
        </p:nvSpPr>
        <p:spPr>
          <a:xfrm>
            <a:off x="7067550" y="1987445"/>
            <a:ext cx="1369711" cy="3442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350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56082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chemeClr val="accent2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ECFECA-DA2A-9536-415C-4E43406CD3BB}"/>
              </a:ext>
            </a:extLst>
          </p:cNvPr>
          <p:cNvSpPr/>
          <p:nvPr/>
        </p:nvSpPr>
        <p:spPr>
          <a:xfrm>
            <a:off x="621240" y="1215144"/>
            <a:ext cx="1369714" cy="344274"/>
          </a:xfrm>
          <a:prstGeom prst="rect">
            <a:avLst/>
          </a:prstGeom>
          <a:solidFill>
            <a:srgbClr val="1A1F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254E2D-F790-3860-F5B3-F21908C0E908}"/>
              </a:ext>
            </a:extLst>
          </p:cNvPr>
          <p:cNvSpPr/>
          <p:nvPr/>
        </p:nvSpPr>
        <p:spPr>
          <a:xfrm>
            <a:off x="1913487" y="774249"/>
            <a:ext cx="1369714" cy="344274"/>
          </a:xfrm>
          <a:prstGeom prst="rect">
            <a:avLst/>
          </a:prstGeom>
          <a:solidFill>
            <a:srgbClr val="1A1F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552A5B-6ADE-7AAD-840D-E725D6080ED5}"/>
              </a:ext>
            </a:extLst>
          </p:cNvPr>
          <p:cNvSpPr/>
          <p:nvPr/>
        </p:nvSpPr>
        <p:spPr>
          <a:xfrm>
            <a:off x="3205734" y="333354"/>
            <a:ext cx="1369711" cy="344274"/>
          </a:xfrm>
          <a:prstGeom prst="rect">
            <a:avLst/>
          </a:prstGeom>
          <a:solidFill>
            <a:srgbClr val="E101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42D222-7ABF-6406-3CFF-BCDB43D0E6A2}"/>
              </a:ext>
            </a:extLst>
          </p:cNvPr>
          <p:cNvSpPr txBox="1"/>
          <p:nvPr/>
        </p:nvSpPr>
        <p:spPr>
          <a:xfrm>
            <a:off x="482544" y="1559418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125070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6F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3677000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6F6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6F6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663385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D7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36011179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0F5C2-1667-002A-E2D2-F9AA352CE0C5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652601"/>
            <a:chExt cx="3959748" cy="156608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899079"/>
              <a:ext cx="1422264" cy="319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737111" y="2275840"/>
              <a:ext cx="1422264" cy="319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005855" y="1652601"/>
              <a:ext cx="1422261" cy="319610"/>
            </a:xfrm>
            <a:prstGeom prst="rect">
              <a:avLst/>
            </a:prstGeom>
            <a:solidFill>
              <a:srgbClr val="58F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solidFill>
                  <a:srgbClr val="58FF37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58FF37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1298690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ard with black text and black text&#10;&#10;AI-generated content may be incorrect.">
            <a:extLst>
              <a:ext uri="{FF2B5EF4-FFF2-40B4-BE49-F238E27FC236}">
                <a16:creationId xmlns:a16="http://schemas.microsoft.com/office/drawing/2014/main" id="{1E7BEED1-CF56-A13F-35EB-36FFC9A5489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utout/>
                    </a14:imgEffect>
                    <a14:imgEffect>
                      <a14:saturation sat="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D03AB48-C6E9-BD43-4EEA-B2FD96D544E2}"/>
              </a:ext>
            </a:extLst>
          </p:cNvPr>
          <p:cNvSpPr/>
          <p:nvPr/>
        </p:nvSpPr>
        <p:spPr>
          <a:xfrm>
            <a:off x="914401" y="1333500"/>
            <a:ext cx="10191750" cy="421957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343F6AC-52EB-0E48-63DD-45C09D8F2C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1967" y="1743075"/>
            <a:ext cx="9202546" cy="337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37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1748</TotalTime>
  <Words>22</Words>
  <Application>Microsoft Office PowerPoint</Application>
  <PresentationFormat>Widescreen</PresentationFormat>
  <Paragraphs>19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Aafia</vt:lpstr>
      <vt:lpstr>always  forever</vt:lpstr>
      <vt:lpstr>Aptos</vt:lpstr>
      <vt:lpstr>Aptos Display</vt:lpstr>
      <vt:lpstr>Arial</vt:lpstr>
      <vt:lpstr>Engravers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Twente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Favato Barcelos, Pedro Paulo (UT-EEMCS)</dc:creator>
  <cp:lastModifiedBy>Favato Barcelos, Pedro Paulo (UT-EEMCS)</cp:lastModifiedBy>
  <cp:revision>15</cp:revision>
  <dcterms:created xsi:type="dcterms:W3CDTF">2024-08-17T07:41:34Z</dcterms:created>
  <dcterms:modified xsi:type="dcterms:W3CDTF">2025-03-12T09:37:38Z</dcterms:modified>
</cp:coreProperties>
</file>